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4"/>
  </p:notesMasterIdLst>
  <p:sldIdLst>
    <p:sldId id="256" r:id="rId2"/>
    <p:sldId id="257" r:id="rId3"/>
    <p:sldId id="271" r:id="rId4"/>
    <p:sldId id="259" r:id="rId5"/>
    <p:sldId id="309" r:id="rId6"/>
    <p:sldId id="310" r:id="rId7"/>
    <p:sldId id="304" r:id="rId8"/>
    <p:sldId id="267" r:id="rId9"/>
    <p:sldId id="268" r:id="rId10"/>
    <p:sldId id="305" r:id="rId11"/>
    <p:sldId id="293" r:id="rId12"/>
    <p:sldId id="285" r:id="rId13"/>
    <p:sldId id="269" r:id="rId14"/>
    <p:sldId id="307" r:id="rId15"/>
    <p:sldId id="314" r:id="rId16"/>
    <p:sldId id="264" r:id="rId17"/>
    <p:sldId id="274" r:id="rId18"/>
    <p:sldId id="266" r:id="rId19"/>
    <p:sldId id="308" r:id="rId20"/>
    <p:sldId id="260" r:id="rId21"/>
    <p:sldId id="261" r:id="rId22"/>
    <p:sldId id="262" r:id="rId23"/>
    <p:sldId id="273" r:id="rId24"/>
    <p:sldId id="292" r:id="rId25"/>
    <p:sldId id="311" r:id="rId26"/>
    <p:sldId id="312" r:id="rId27"/>
    <p:sldId id="313" r:id="rId28"/>
    <p:sldId id="294" r:id="rId29"/>
    <p:sldId id="280" r:id="rId30"/>
    <p:sldId id="302" r:id="rId31"/>
    <p:sldId id="303" r:id="rId32"/>
    <p:sldId id="299"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oft Skills Communication" id="{1B6FC3EB-C542-4AE3-9655-7E9D5A8612EA}">
          <p14:sldIdLst>
            <p14:sldId id="256"/>
            <p14:sldId id="257"/>
            <p14:sldId id="271"/>
            <p14:sldId id="259"/>
            <p14:sldId id="309"/>
            <p14:sldId id="310"/>
            <p14:sldId id="304"/>
            <p14:sldId id="267"/>
            <p14:sldId id="268"/>
            <p14:sldId id="305"/>
            <p14:sldId id="293"/>
            <p14:sldId id="285"/>
            <p14:sldId id="269"/>
            <p14:sldId id="307"/>
            <p14:sldId id="314"/>
            <p14:sldId id="264"/>
            <p14:sldId id="274"/>
            <p14:sldId id="266"/>
            <p14:sldId id="308"/>
            <p14:sldId id="260"/>
            <p14:sldId id="261"/>
            <p14:sldId id="262"/>
            <p14:sldId id="273"/>
            <p14:sldId id="292"/>
            <p14:sldId id="311"/>
            <p14:sldId id="312"/>
            <p14:sldId id="313"/>
            <p14:sldId id="294"/>
            <p14:sldId id="280"/>
            <p14:sldId id="302"/>
            <p14:sldId id="303"/>
            <p14:sldId id="299"/>
          </p14:sldIdLst>
        </p14:section>
        <p14:section name="Unused Slides" id="{886314E4-3A8D-490E-9503-2C5237BBBA2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066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3" autoAdjust="0"/>
    <p:restoredTop sz="95256" autoAdjust="0"/>
  </p:normalViewPr>
  <p:slideViewPr>
    <p:cSldViewPr snapToGrid="0">
      <p:cViewPr>
        <p:scale>
          <a:sx n="72" d="100"/>
          <a:sy n="72" d="100"/>
        </p:scale>
        <p:origin x="272" y="-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pieChart>
        <c:varyColors val="1"/>
        <c:ser>
          <c:idx val="0"/>
          <c:order val="0"/>
          <c:tx>
            <c:strRef>
              <c:f>Sheet1!$B$1</c:f>
              <c:strCache>
                <c:ptCount val="1"/>
                <c:pt idx="0">
                  <c:v>Elements of Personal Communication </c:v>
                </c:pt>
              </c:strCache>
            </c:strRef>
          </c:tx>
          <c:dPt>
            <c:idx val="0"/>
            <c:bubble3D val="0"/>
            <c:spPr>
              <a:gradFill rotWithShape="1">
                <a:gsLst>
                  <a:gs pos="0">
                    <a:schemeClr val="accent1">
                      <a:tint val="98000"/>
                      <a:lumMod val="114000"/>
                    </a:schemeClr>
                  </a:gs>
                  <a:gs pos="100000">
                    <a:schemeClr val="accent1">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1-4A67-416C-B168-8F67A902A2EF}"/>
              </c:ext>
            </c:extLst>
          </c:dPt>
          <c:dPt>
            <c:idx val="1"/>
            <c:bubble3D val="0"/>
            <c:spPr>
              <a:gradFill rotWithShape="1">
                <a:gsLst>
                  <a:gs pos="0">
                    <a:schemeClr val="accent2">
                      <a:tint val="98000"/>
                      <a:lumMod val="114000"/>
                    </a:schemeClr>
                  </a:gs>
                  <a:gs pos="100000">
                    <a:schemeClr val="accent2">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3-4A67-416C-B168-8F67A902A2EF}"/>
              </c:ext>
            </c:extLst>
          </c:dPt>
          <c:dPt>
            <c:idx val="2"/>
            <c:bubble3D val="0"/>
            <c:spPr>
              <a:gradFill rotWithShape="1">
                <a:gsLst>
                  <a:gs pos="0">
                    <a:schemeClr val="accent3">
                      <a:tint val="98000"/>
                      <a:lumMod val="114000"/>
                    </a:schemeClr>
                  </a:gs>
                  <a:gs pos="100000">
                    <a:schemeClr val="accent3">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5-4A67-416C-B168-8F67A902A2EF}"/>
              </c:ext>
            </c:extLst>
          </c:dPt>
          <c:dPt>
            <c:idx val="3"/>
            <c:bubble3D val="0"/>
            <c:spPr>
              <a:gradFill rotWithShape="1">
                <a:gsLst>
                  <a:gs pos="0">
                    <a:schemeClr val="accent4">
                      <a:tint val="98000"/>
                      <a:lumMod val="114000"/>
                    </a:schemeClr>
                  </a:gs>
                  <a:gs pos="100000">
                    <a:schemeClr val="accent4">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7-4A67-416C-B168-8F67A902A2EF}"/>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lt1">
                      <a:lumMod val="95000"/>
                      <a:alpha val="54000"/>
                    </a:schemeClr>
                  </a:solidFill>
                </a:ln>
                <a:effectLst/>
              </c:spPr>
            </c:leaderLines>
            <c:extLst>
              <c:ext xmlns:c15="http://schemas.microsoft.com/office/drawing/2012/chart" uri="{CE6537A1-D6FC-4f65-9D91-7224C49458BB}"/>
            </c:extLst>
          </c:dLbls>
          <c:cat>
            <c:strRef>
              <c:f>Sheet1!$A$2:$A$5</c:f>
              <c:strCache>
                <c:ptCount val="3"/>
                <c:pt idx="0">
                  <c:v>Spoken Words</c:v>
                </c:pt>
                <c:pt idx="1">
                  <c:v>Voice,Tone</c:v>
                </c:pt>
                <c:pt idx="2">
                  <c:v>Body Language</c:v>
                </c:pt>
              </c:strCache>
            </c:strRef>
          </c:cat>
          <c:val>
            <c:numRef>
              <c:f>Sheet1!$B$2:$B$5</c:f>
              <c:numCache>
                <c:formatCode>General</c:formatCode>
                <c:ptCount val="4"/>
                <c:pt idx="0">
                  <c:v>7</c:v>
                </c:pt>
                <c:pt idx="1">
                  <c:v>38</c:v>
                </c:pt>
                <c:pt idx="2">
                  <c:v>55</c:v>
                </c:pt>
              </c:numCache>
            </c:numRef>
          </c:val>
          <c:extLst>
            <c:ext xmlns:c16="http://schemas.microsoft.com/office/drawing/2014/chart" uri="{C3380CC4-5D6E-409C-BE32-E72D297353CC}">
              <c16:uniqueId val="{00000000-35C8-4FF7-974C-99B55E9A5218}"/>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C04C7F6-4A00-4538-9568-9865E7BC6AF9}"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en-IN"/>
        </a:p>
      </dgm:t>
    </dgm:pt>
    <dgm:pt modelId="{8CB77872-A8A6-4A2E-A085-511F09FBB8E0}">
      <dgm:prSet phldrT="[Text]" custT="1"/>
      <dgm:spPr/>
      <dgm:t>
        <a:bodyPr/>
        <a:lstStyle/>
        <a:p>
          <a:pPr algn="l"/>
          <a:r>
            <a:rPr lang="en-IN" sz="2400" b="1">
              <a:solidFill>
                <a:schemeClr val="bg1"/>
              </a:solidFill>
            </a:rPr>
            <a:t>Physical</a:t>
          </a:r>
          <a:endParaRPr lang="en-IN" sz="2400" b="1" dirty="0">
            <a:solidFill>
              <a:schemeClr val="bg1"/>
            </a:solidFill>
          </a:endParaRPr>
        </a:p>
      </dgm:t>
    </dgm:pt>
    <dgm:pt modelId="{24E5F669-C7A3-4661-800C-4716C8FFBC51}" type="parTrans" cxnId="{F59FCE58-A688-4F87-B00D-6F6AE8CFE6EF}">
      <dgm:prSet/>
      <dgm:spPr/>
      <dgm:t>
        <a:bodyPr/>
        <a:lstStyle/>
        <a:p>
          <a:pPr algn="l"/>
          <a:endParaRPr lang="en-IN" sz="3200" b="1">
            <a:solidFill>
              <a:schemeClr val="bg1"/>
            </a:solidFill>
          </a:endParaRPr>
        </a:p>
      </dgm:t>
    </dgm:pt>
    <dgm:pt modelId="{E531BC9F-AE22-4B31-8133-E8C729C5389C}" type="sibTrans" cxnId="{F59FCE58-A688-4F87-B00D-6F6AE8CFE6EF}">
      <dgm:prSet/>
      <dgm:spPr/>
      <dgm:t>
        <a:bodyPr/>
        <a:lstStyle/>
        <a:p>
          <a:pPr algn="l"/>
          <a:endParaRPr lang="en-IN" sz="3200" b="1">
            <a:solidFill>
              <a:schemeClr val="bg1"/>
            </a:solidFill>
          </a:endParaRPr>
        </a:p>
      </dgm:t>
    </dgm:pt>
    <dgm:pt modelId="{47F12078-5219-42D0-A204-077193D2C48D}">
      <dgm:prSet phldrT="[Text]" custT="1"/>
      <dgm:spPr/>
      <dgm:t>
        <a:bodyPr/>
        <a:lstStyle/>
        <a:p>
          <a:pPr algn="l"/>
          <a:r>
            <a:rPr lang="en-IN" sz="2400" b="1">
              <a:solidFill>
                <a:schemeClr val="bg1"/>
              </a:solidFill>
            </a:rPr>
            <a:t>Language barrier</a:t>
          </a:r>
          <a:endParaRPr lang="en-IN" sz="2400" b="1" dirty="0">
            <a:solidFill>
              <a:schemeClr val="bg1"/>
            </a:solidFill>
          </a:endParaRPr>
        </a:p>
      </dgm:t>
    </dgm:pt>
    <dgm:pt modelId="{8593041E-BD48-435F-B018-A26291AB933C}" type="parTrans" cxnId="{CFED665F-447A-4841-91E8-E9F7A8642A07}">
      <dgm:prSet/>
      <dgm:spPr/>
      <dgm:t>
        <a:bodyPr/>
        <a:lstStyle/>
        <a:p>
          <a:pPr algn="l"/>
          <a:endParaRPr lang="en-IN" sz="3200" b="1">
            <a:solidFill>
              <a:schemeClr val="bg1"/>
            </a:solidFill>
          </a:endParaRPr>
        </a:p>
      </dgm:t>
    </dgm:pt>
    <dgm:pt modelId="{C88F4914-2870-4891-8254-23DC82074625}" type="sibTrans" cxnId="{CFED665F-447A-4841-91E8-E9F7A8642A07}">
      <dgm:prSet/>
      <dgm:spPr/>
      <dgm:t>
        <a:bodyPr/>
        <a:lstStyle/>
        <a:p>
          <a:pPr algn="l"/>
          <a:endParaRPr lang="en-IN" sz="3200" b="1">
            <a:solidFill>
              <a:schemeClr val="bg1"/>
            </a:solidFill>
          </a:endParaRPr>
        </a:p>
      </dgm:t>
    </dgm:pt>
    <dgm:pt modelId="{C532941A-0466-493A-8407-4FF9002BD63D}">
      <dgm:prSet phldrT="[Text]" custT="1"/>
      <dgm:spPr/>
      <dgm:t>
        <a:bodyPr/>
        <a:lstStyle/>
        <a:p>
          <a:pPr algn="l"/>
          <a:r>
            <a:rPr lang="en-IN" sz="2400" b="1">
              <a:solidFill>
                <a:schemeClr val="bg1"/>
              </a:solidFill>
            </a:rPr>
            <a:t>Cultural</a:t>
          </a:r>
          <a:endParaRPr lang="en-IN" sz="2400" b="1" dirty="0">
            <a:solidFill>
              <a:schemeClr val="bg1"/>
            </a:solidFill>
          </a:endParaRPr>
        </a:p>
      </dgm:t>
    </dgm:pt>
    <dgm:pt modelId="{52AF2D81-6FD9-4A94-B826-DEFB701873A9}" type="parTrans" cxnId="{74D1FE20-B182-49D7-B82F-E6BEC7E18C43}">
      <dgm:prSet/>
      <dgm:spPr/>
      <dgm:t>
        <a:bodyPr/>
        <a:lstStyle/>
        <a:p>
          <a:pPr algn="l"/>
          <a:endParaRPr lang="en-IN" sz="3200" b="1">
            <a:solidFill>
              <a:schemeClr val="bg1"/>
            </a:solidFill>
          </a:endParaRPr>
        </a:p>
      </dgm:t>
    </dgm:pt>
    <dgm:pt modelId="{E2187937-3339-4AA6-B9C8-FC81C38A319B}" type="sibTrans" cxnId="{74D1FE20-B182-49D7-B82F-E6BEC7E18C43}">
      <dgm:prSet/>
      <dgm:spPr/>
      <dgm:t>
        <a:bodyPr/>
        <a:lstStyle/>
        <a:p>
          <a:pPr algn="l"/>
          <a:endParaRPr lang="en-IN" sz="3200" b="1">
            <a:solidFill>
              <a:schemeClr val="bg1"/>
            </a:solidFill>
          </a:endParaRPr>
        </a:p>
      </dgm:t>
    </dgm:pt>
    <dgm:pt modelId="{DC7C1D6B-5D87-4B7B-9D43-63DFAA7D1292}">
      <dgm:prSet custT="1"/>
      <dgm:spPr/>
      <dgm:t>
        <a:bodyPr/>
        <a:lstStyle/>
        <a:p>
          <a:pPr algn="l"/>
          <a:r>
            <a:rPr lang="en-IN" sz="2400" b="1">
              <a:solidFill>
                <a:schemeClr val="bg1"/>
              </a:solidFill>
            </a:rPr>
            <a:t>Interpersonal</a:t>
          </a:r>
          <a:endParaRPr lang="en-IN" sz="2400" b="1" dirty="0">
            <a:solidFill>
              <a:schemeClr val="bg1"/>
            </a:solidFill>
          </a:endParaRPr>
        </a:p>
      </dgm:t>
    </dgm:pt>
    <dgm:pt modelId="{500E8C7A-8597-4A9B-A50E-18E2992ABA21}" type="parTrans" cxnId="{49B54095-18EC-4AC6-950A-F6818B621697}">
      <dgm:prSet/>
      <dgm:spPr/>
      <dgm:t>
        <a:bodyPr/>
        <a:lstStyle/>
        <a:p>
          <a:pPr algn="l"/>
          <a:endParaRPr lang="en-IN" sz="3200" b="1">
            <a:solidFill>
              <a:schemeClr val="bg1"/>
            </a:solidFill>
          </a:endParaRPr>
        </a:p>
      </dgm:t>
    </dgm:pt>
    <dgm:pt modelId="{8A048EF4-83B5-4717-B3E5-505349120CEA}" type="sibTrans" cxnId="{49B54095-18EC-4AC6-950A-F6818B621697}">
      <dgm:prSet/>
      <dgm:spPr/>
      <dgm:t>
        <a:bodyPr/>
        <a:lstStyle/>
        <a:p>
          <a:pPr algn="l"/>
          <a:endParaRPr lang="en-IN" sz="3200" b="1">
            <a:solidFill>
              <a:schemeClr val="bg1"/>
            </a:solidFill>
          </a:endParaRPr>
        </a:p>
      </dgm:t>
    </dgm:pt>
    <dgm:pt modelId="{8E98124C-FDA2-4A52-8456-820C8E11930F}">
      <dgm:prSet custT="1"/>
      <dgm:spPr/>
      <dgm:t>
        <a:bodyPr/>
        <a:lstStyle/>
        <a:p>
          <a:pPr algn="l"/>
          <a:r>
            <a:rPr lang="en-IN" sz="2400" b="1">
              <a:solidFill>
                <a:schemeClr val="bg1"/>
              </a:solidFill>
            </a:rPr>
            <a:t>Organisational</a:t>
          </a:r>
          <a:endParaRPr lang="en-IN" sz="2400" b="1" dirty="0">
            <a:solidFill>
              <a:schemeClr val="bg1"/>
            </a:solidFill>
          </a:endParaRPr>
        </a:p>
      </dgm:t>
    </dgm:pt>
    <dgm:pt modelId="{A4211549-454E-4CE2-81DD-8C75E25D6D2D}" type="parTrans" cxnId="{F33A121B-C49C-49B0-90BC-9C91041B6781}">
      <dgm:prSet/>
      <dgm:spPr/>
      <dgm:t>
        <a:bodyPr/>
        <a:lstStyle/>
        <a:p>
          <a:pPr algn="l"/>
          <a:endParaRPr lang="en-IN" sz="3200" b="1">
            <a:solidFill>
              <a:schemeClr val="bg1"/>
            </a:solidFill>
          </a:endParaRPr>
        </a:p>
      </dgm:t>
    </dgm:pt>
    <dgm:pt modelId="{C5452BC3-3FE0-4523-B44A-541B1C14E796}" type="sibTrans" cxnId="{F33A121B-C49C-49B0-90BC-9C91041B6781}">
      <dgm:prSet/>
      <dgm:spPr/>
      <dgm:t>
        <a:bodyPr/>
        <a:lstStyle/>
        <a:p>
          <a:pPr algn="l"/>
          <a:endParaRPr lang="en-IN" sz="3200" b="1">
            <a:solidFill>
              <a:schemeClr val="bg1"/>
            </a:solidFill>
          </a:endParaRPr>
        </a:p>
      </dgm:t>
    </dgm:pt>
    <dgm:pt modelId="{73232A3E-6494-4989-98F4-E1C65D60AD20}">
      <dgm:prSet custT="1"/>
      <dgm:spPr/>
      <dgm:t>
        <a:bodyPr/>
        <a:lstStyle/>
        <a:p>
          <a:pPr algn="l"/>
          <a:r>
            <a:rPr lang="en-IN" sz="2400" b="1">
              <a:solidFill>
                <a:schemeClr val="bg1"/>
              </a:solidFill>
            </a:rPr>
            <a:t>Perceptual</a:t>
          </a:r>
          <a:endParaRPr lang="en-IN" sz="2400" b="1" dirty="0">
            <a:solidFill>
              <a:schemeClr val="bg1"/>
            </a:solidFill>
          </a:endParaRPr>
        </a:p>
      </dgm:t>
    </dgm:pt>
    <dgm:pt modelId="{3C9D6194-9183-4C1E-906F-2EBEF18646C6}" type="parTrans" cxnId="{0480E536-E1E2-4398-BEC7-5B0A85A41021}">
      <dgm:prSet/>
      <dgm:spPr/>
      <dgm:t>
        <a:bodyPr/>
        <a:lstStyle/>
        <a:p>
          <a:pPr algn="l"/>
          <a:endParaRPr lang="en-IN" sz="3200" b="1">
            <a:solidFill>
              <a:schemeClr val="bg1"/>
            </a:solidFill>
          </a:endParaRPr>
        </a:p>
      </dgm:t>
    </dgm:pt>
    <dgm:pt modelId="{15BD6634-6088-4AF2-8EBD-3F97C74FF96D}" type="sibTrans" cxnId="{0480E536-E1E2-4398-BEC7-5B0A85A41021}">
      <dgm:prSet/>
      <dgm:spPr/>
      <dgm:t>
        <a:bodyPr/>
        <a:lstStyle/>
        <a:p>
          <a:pPr algn="l"/>
          <a:endParaRPr lang="en-IN" sz="3200" b="1">
            <a:solidFill>
              <a:schemeClr val="bg1"/>
            </a:solidFill>
          </a:endParaRPr>
        </a:p>
      </dgm:t>
    </dgm:pt>
    <dgm:pt modelId="{0FE2C797-7313-4A22-BB87-3A11CC40C55F}">
      <dgm:prSet custT="1"/>
      <dgm:spPr/>
      <dgm:t>
        <a:bodyPr/>
        <a:lstStyle/>
        <a:p>
          <a:pPr algn="l"/>
          <a:r>
            <a:rPr lang="en-IN" sz="2400" b="1">
              <a:solidFill>
                <a:schemeClr val="bg1"/>
              </a:solidFill>
            </a:rPr>
            <a:t>Gender</a:t>
          </a:r>
          <a:endParaRPr lang="en-IN" sz="2400" b="1" dirty="0">
            <a:solidFill>
              <a:schemeClr val="bg1"/>
            </a:solidFill>
          </a:endParaRPr>
        </a:p>
      </dgm:t>
    </dgm:pt>
    <dgm:pt modelId="{816D3100-CF81-471F-A8BB-FD3BEAF4D3B0}" type="parTrans" cxnId="{1C0D2355-3B32-460B-9792-F1FDA297A389}">
      <dgm:prSet/>
      <dgm:spPr/>
      <dgm:t>
        <a:bodyPr/>
        <a:lstStyle/>
        <a:p>
          <a:pPr algn="l"/>
          <a:endParaRPr lang="en-IN" sz="3200" b="1">
            <a:solidFill>
              <a:schemeClr val="bg1"/>
            </a:solidFill>
          </a:endParaRPr>
        </a:p>
      </dgm:t>
    </dgm:pt>
    <dgm:pt modelId="{84C71615-9337-4CBF-87D7-037582FE0B51}" type="sibTrans" cxnId="{1C0D2355-3B32-460B-9792-F1FDA297A389}">
      <dgm:prSet/>
      <dgm:spPr/>
      <dgm:t>
        <a:bodyPr/>
        <a:lstStyle/>
        <a:p>
          <a:pPr algn="l"/>
          <a:endParaRPr lang="en-IN" sz="3200" b="1">
            <a:solidFill>
              <a:schemeClr val="bg1"/>
            </a:solidFill>
          </a:endParaRPr>
        </a:p>
      </dgm:t>
    </dgm:pt>
    <dgm:pt modelId="{D4C475F1-4135-4BB8-9E5F-35194718E6BF}">
      <dgm:prSet custT="1"/>
      <dgm:spPr/>
      <dgm:t>
        <a:bodyPr/>
        <a:lstStyle/>
        <a:p>
          <a:pPr algn="l"/>
          <a:r>
            <a:rPr lang="en-IN" sz="2400" b="1">
              <a:solidFill>
                <a:schemeClr val="bg1"/>
              </a:solidFill>
            </a:rPr>
            <a:t>Psychological</a:t>
          </a:r>
          <a:endParaRPr lang="en-IN" sz="2400" b="1" dirty="0">
            <a:solidFill>
              <a:schemeClr val="bg1"/>
            </a:solidFill>
          </a:endParaRPr>
        </a:p>
      </dgm:t>
    </dgm:pt>
    <dgm:pt modelId="{A3C0669C-FB42-4C93-AC3D-E927B4C3686E}" type="parTrans" cxnId="{491B3184-8435-4630-A93E-A6678B8B7D4B}">
      <dgm:prSet/>
      <dgm:spPr/>
      <dgm:t>
        <a:bodyPr/>
        <a:lstStyle/>
        <a:p>
          <a:pPr algn="l"/>
          <a:endParaRPr lang="en-IN" sz="3200" b="1">
            <a:solidFill>
              <a:schemeClr val="bg1"/>
            </a:solidFill>
          </a:endParaRPr>
        </a:p>
      </dgm:t>
    </dgm:pt>
    <dgm:pt modelId="{2A91D4AC-AC7B-4791-ACB5-C72E84494C8A}" type="sibTrans" cxnId="{491B3184-8435-4630-A93E-A6678B8B7D4B}">
      <dgm:prSet/>
      <dgm:spPr/>
      <dgm:t>
        <a:bodyPr/>
        <a:lstStyle/>
        <a:p>
          <a:pPr algn="l"/>
          <a:endParaRPr lang="en-IN" sz="3200" b="1">
            <a:solidFill>
              <a:schemeClr val="bg1"/>
            </a:solidFill>
          </a:endParaRPr>
        </a:p>
      </dgm:t>
    </dgm:pt>
    <dgm:pt modelId="{C86865FC-30E9-42F3-9B94-F1B56A78E24B}" type="pres">
      <dgm:prSet presAssocID="{8C04C7F6-4A00-4538-9568-9865E7BC6AF9}" presName="linear" presStyleCnt="0">
        <dgm:presLayoutVars>
          <dgm:dir/>
          <dgm:animLvl val="lvl"/>
          <dgm:resizeHandles val="exact"/>
        </dgm:presLayoutVars>
      </dgm:prSet>
      <dgm:spPr/>
    </dgm:pt>
    <dgm:pt modelId="{F17DE315-66D9-4BD5-A975-4D4336AB15B5}" type="pres">
      <dgm:prSet presAssocID="{8CB77872-A8A6-4A2E-A085-511F09FBB8E0}" presName="parentLin" presStyleCnt="0"/>
      <dgm:spPr/>
    </dgm:pt>
    <dgm:pt modelId="{F1FF2DFB-B2C8-4BE4-9343-4D2C9E93F79A}" type="pres">
      <dgm:prSet presAssocID="{8CB77872-A8A6-4A2E-A085-511F09FBB8E0}" presName="parentLeftMargin" presStyleLbl="node1" presStyleIdx="0" presStyleCnt="8"/>
      <dgm:spPr/>
    </dgm:pt>
    <dgm:pt modelId="{0D9D09ED-511D-4EEB-8AF9-6EDF6FB546FA}" type="pres">
      <dgm:prSet presAssocID="{8CB77872-A8A6-4A2E-A085-511F09FBB8E0}" presName="parentText" presStyleLbl="node1" presStyleIdx="0" presStyleCnt="8">
        <dgm:presLayoutVars>
          <dgm:chMax val="0"/>
          <dgm:bulletEnabled val="1"/>
        </dgm:presLayoutVars>
      </dgm:prSet>
      <dgm:spPr/>
    </dgm:pt>
    <dgm:pt modelId="{7DCAF1D2-AD26-4929-BD20-6614BF1E5B49}" type="pres">
      <dgm:prSet presAssocID="{8CB77872-A8A6-4A2E-A085-511F09FBB8E0}" presName="negativeSpace" presStyleCnt="0"/>
      <dgm:spPr/>
    </dgm:pt>
    <dgm:pt modelId="{A934F531-D4B2-44EC-BB45-9735E28B84DB}" type="pres">
      <dgm:prSet presAssocID="{8CB77872-A8A6-4A2E-A085-511F09FBB8E0}" presName="childText" presStyleLbl="conFgAcc1" presStyleIdx="0" presStyleCnt="8">
        <dgm:presLayoutVars>
          <dgm:bulletEnabled val="1"/>
        </dgm:presLayoutVars>
      </dgm:prSet>
      <dgm:spPr/>
    </dgm:pt>
    <dgm:pt modelId="{9C8BEE41-0EA7-456E-A3EB-13C1D1E27990}" type="pres">
      <dgm:prSet presAssocID="{E531BC9F-AE22-4B31-8133-E8C729C5389C}" presName="spaceBetweenRectangles" presStyleCnt="0"/>
      <dgm:spPr/>
    </dgm:pt>
    <dgm:pt modelId="{642412CB-9880-4646-B4CB-3E8A2F3BFF7B}" type="pres">
      <dgm:prSet presAssocID="{47F12078-5219-42D0-A204-077193D2C48D}" presName="parentLin" presStyleCnt="0"/>
      <dgm:spPr/>
    </dgm:pt>
    <dgm:pt modelId="{84C87AA0-8F5A-4E2C-87B1-0F71307854C2}" type="pres">
      <dgm:prSet presAssocID="{47F12078-5219-42D0-A204-077193D2C48D}" presName="parentLeftMargin" presStyleLbl="node1" presStyleIdx="0" presStyleCnt="8"/>
      <dgm:spPr/>
    </dgm:pt>
    <dgm:pt modelId="{0FDA024F-9F9C-4BC2-A2FA-1F905C2C19C9}" type="pres">
      <dgm:prSet presAssocID="{47F12078-5219-42D0-A204-077193D2C48D}" presName="parentText" presStyleLbl="node1" presStyleIdx="1" presStyleCnt="8">
        <dgm:presLayoutVars>
          <dgm:chMax val="0"/>
          <dgm:bulletEnabled val="1"/>
        </dgm:presLayoutVars>
      </dgm:prSet>
      <dgm:spPr/>
    </dgm:pt>
    <dgm:pt modelId="{F2E85C8B-6E45-4D5A-90F4-91048B5889E1}" type="pres">
      <dgm:prSet presAssocID="{47F12078-5219-42D0-A204-077193D2C48D}" presName="negativeSpace" presStyleCnt="0"/>
      <dgm:spPr/>
    </dgm:pt>
    <dgm:pt modelId="{02B81E1C-0EDD-4550-873A-DCD7FD395B55}" type="pres">
      <dgm:prSet presAssocID="{47F12078-5219-42D0-A204-077193D2C48D}" presName="childText" presStyleLbl="conFgAcc1" presStyleIdx="1" presStyleCnt="8">
        <dgm:presLayoutVars>
          <dgm:bulletEnabled val="1"/>
        </dgm:presLayoutVars>
      </dgm:prSet>
      <dgm:spPr/>
    </dgm:pt>
    <dgm:pt modelId="{FB92111B-AF01-42E7-9745-29ACEE97C507}" type="pres">
      <dgm:prSet presAssocID="{C88F4914-2870-4891-8254-23DC82074625}" presName="spaceBetweenRectangles" presStyleCnt="0"/>
      <dgm:spPr/>
    </dgm:pt>
    <dgm:pt modelId="{91A3C2C2-C2E1-49E8-B6A0-3EE8F2B85846}" type="pres">
      <dgm:prSet presAssocID="{C532941A-0466-493A-8407-4FF9002BD63D}" presName="parentLin" presStyleCnt="0"/>
      <dgm:spPr/>
    </dgm:pt>
    <dgm:pt modelId="{E7568E47-F0BB-4DF0-8176-833330DA27E5}" type="pres">
      <dgm:prSet presAssocID="{C532941A-0466-493A-8407-4FF9002BD63D}" presName="parentLeftMargin" presStyleLbl="node1" presStyleIdx="1" presStyleCnt="8"/>
      <dgm:spPr/>
    </dgm:pt>
    <dgm:pt modelId="{4D86EC6E-FE07-4E55-9D05-576DF8AFCE79}" type="pres">
      <dgm:prSet presAssocID="{C532941A-0466-493A-8407-4FF9002BD63D}" presName="parentText" presStyleLbl="node1" presStyleIdx="2" presStyleCnt="8">
        <dgm:presLayoutVars>
          <dgm:chMax val="0"/>
          <dgm:bulletEnabled val="1"/>
        </dgm:presLayoutVars>
      </dgm:prSet>
      <dgm:spPr/>
    </dgm:pt>
    <dgm:pt modelId="{FA8762C3-B1FB-4680-8462-B04BCAC9D3A4}" type="pres">
      <dgm:prSet presAssocID="{C532941A-0466-493A-8407-4FF9002BD63D}" presName="negativeSpace" presStyleCnt="0"/>
      <dgm:spPr/>
    </dgm:pt>
    <dgm:pt modelId="{7A8EAF72-E1F5-486A-A8E7-BF7686C5E5BB}" type="pres">
      <dgm:prSet presAssocID="{C532941A-0466-493A-8407-4FF9002BD63D}" presName="childText" presStyleLbl="conFgAcc1" presStyleIdx="2" presStyleCnt="8">
        <dgm:presLayoutVars>
          <dgm:bulletEnabled val="1"/>
        </dgm:presLayoutVars>
      </dgm:prSet>
      <dgm:spPr/>
    </dgm:pt>
    <dgm:pt modelId="{5CA302F0-4DD5-4653-BB47-24A898165B70}" type="pres">
      <dgm:prSet presAssocID="{E2187937-3339-4AA6-B9C8-FC81C38A319B}" presName="spaceBetweenRectangles" presStyleCnt="0"/>
      <dgm:spPr/>
    </dgm:pt>
    <dgm:pt modelId="{2498FB54-ED59-4788-9F2B-C6E3B9E749AA}" type="pres">
      <dgm:prSet presAssocID="{DC7C1D6B-5D87-4B7B-9D43-63DFAA7D1292}" presName="parentLin" presStyleCnt="0"/>
      <dgm:spPr/>
    </dgm:pt>
    <dgm:pt modelId="{D1497D8A-8383-4859-BFB9-5D61DD447F32}" type="pres">
      <dgm:prSet presAssocID="{DC7C1D6B-5D87-4B7B-9D43-63DFAA7D1292}" presName="parentLeftMargin" presStyleLbl="node1" presStyleIdx="2" presStyleCnt="8"/>
      <dgm:spPr/>
    </dgm:pt>
    <dgm:pt modelId="{5AB870AD-580E-43BD-918A-67C6F8A4D8C6}" type="pres">
      <dgm:prSet presAssocID="{DC7C1D6B-5D87-4B7B-9D43-63DFAA7D1292}" presName="parentText" presStyleLbl="node1" presStyleIdx="3" presStyleCnt="8">
        <dgm:presLayoutVars>
          <dgm:chMax val="0"/>
          <dgm:bulletEnabled val="1"/>
        </dgm:presLayoutVars>
      </dgm:prSet>
      <dgm:spPr/>
    </dgm:pt>
    <dgm:pt modelId="{EA3B7BF9-A1FA-4752-BD37-EBE3FA6547E1}" type="pres">
      <dgm:prSet presAssocID="{DC7C1D6B-5D87-4B7B-9D43-63DFAA7D1292}" presName="negativeSpace" presStyleCnt="0"/>
      <dgm:spPr/>
    </dgm:pt>
    <dgm:pt modelId="{59FD62CF-5E62-4B27-9215-937DACDBBD38}" type="pres">
      <dgm:prSet presAssocID="{DC7C1D6B-5D87-4B7B-9D43-63DFAA7D1292}" presName="childText" presStyleLbl="conFgAcc1" presStyleIdx="3" presStyleCnt="8">
        <dgm:presLayoutVars>
          <dgm:bulletEnabled val="1"/>
        </dgm:presLayoutVars>
      </dgm:prSet>
      <dgm:spPr/>
    </dgm:pt>
    <dgm:pt modelId="{D6CA7D80-91F6-4FAB-86B3-FA0F79328F1A}" type="pres">
      <dgm:prSet presAssocID="{8A048EF4-83B5-4717-B3E5-505349120CEA}" presName="spaceBetweenRectangles" presStyleCnt="0"/>
      <dgm:spPr/>
    </dgm:pt>
    <dgm:pt modelId="{09E261AB-5615-4A4A-8178-00F87FB4C0F9}" type="pres">
      <dgm:prSet presAssocID="{8E98124C-FDA2-4A52-8456-820C8E11930F}" presName="parentLin" presStyleCnt="0"/>
      <dgm:spPr/>
    </dgm:pt>
    <dgm:pt modelId="{97207F98-4560-44A2-961A-CFA7D1E53608}" type="pres">
      <dgm:prSet presAssocID="{8E98124C-FDA2-4A52-8456-820C8E11930F}" presName="parentLeftMargin" presStyleLbl="node1" presStyleIdx="3" presStyleCnt="8"/>
      <dgm:spPr/>
    </dgm:pt>
    <dgm:pt modelId="{268AEA12-FDDC-4A99-B611-5BA248B9EFD2}" type="pres">
      <dgm:prSet presAssocID="{8E98124C-FDA2-4A52-8456-820C8E11930F}" presName="parentText" presStyleLbl="node1" presStyleIdx="4" presStyleCnt="8">
        <dgm:presLayoutVars>
          <dgm:chMax val="0"/>
          <dgm:bulletEnabled val="1"/>
        </dgm:presLayoutVars>
      </dgm:prSet>
      <dgm:spPr/>
    </dgm:pt>
    <dgm:pt modelId="{4B0A23B4-BBAC-4E61-A2E8-70618ECCD684}" type="pres">
      <dgm:prSet presAssocID="{8E98124C-FDA2-4A52-8456-820C8E11930F}" presName="negativeSpace" presStyleCnt="0"/>
      <dgm:spPr/>
    </dgm:pt>
    <dgm:pt modelId="{F331A9F1-C232-4DD0-899E-4F54B763C1CE}" type="pres">
      <dgm:prSet presAssocID="{8E98124C-FDA2-4A52-8456-820C8E11930F}" presName="childText" presStyleLbl="conFgAcc1" presStyleIdx="4" presStyleCnt="8">
        <dgm:presLayoutVars>
          <dgm:bulletEnabled val="1"/>
        </dgm:presLayoutVars>
      </dgm:prSet>
      <dgm:spPr/>
    </dgm:pt>
    <dgm:pt modelId="{07F8CAB8-5636-49E1-AC11-F4E106E00B03}" type="pres">
      <dgm:prSet presAssocID="{C5452BC3-3FE0-4523-B44A-541B1C14E796}" presName="spaceBetweenRectangles" presStyleCnt="0"/>
      <dgm:spPr/>
    </dgm:pt>
    <dgm:pt modelId="{346CE0AA-90DC-4878-B72A-72273B86ADF1}" type="pres">
      <dgm:prSet presAssocID="{73232A3E-6494-4989-98F4-E1C65D60AD20}" presName="parentLin" presStyleCnt="0"/>
      <dgm:spPr/>
    </dgm:pt>
    <dgm:pt modelId="{18786BD4-C423-4415-9928-4412DF6AD1D7}" type="pres">
      <dgm:prSet presAssocID="{73232A3E-6494-4989-98F4-E1C65D60AD20}" presName="parentLeftMargin" presStyleLbl="node1" presStyleIdx="4" presStyleCnt="8"/>
      <dgm:spPr/>
    </dgm:pt>
    <dgm:pt modelId="{C6CA9211-FF2C-40C2-9B69-F6498B8C6A9E}" type="pres">
      <dgm:prSet presAssocID="{73232A3E-6494-4989-98F4-E1C65D60AD20}" presName="parentText" presStyleLbl="node1" presStyleIdx="5" presStyleCnt="8" custLinFactNeighborX="-9507" custLinFactNeighborY="-4627">
        <dgm:presLayoutVars>
          <dgm:chMax val="0"/>
          <dgm:bulletEnabled val="1"/>
        </dgm:presLayoutVars>
      </dgm:prSet>
      <dgm:spPr/>
    </dgm:pt>
    <dgm:pt modelId="{0E9968AA-88C4-40CC-80F8-3237DF997DEB}" type="pres">
      <dgm:prSet presAssocID="{73232A3E-6494-4989-98F4-E1C65D60AD20}" presName="negativeSpace" presStyleCnt="0"/>
      <dgm:spPr/>
    </dgm:pt>
    <dgm:pt modelId="{FD82E04B-C6C7-4047-AB71-9231F051F287}" type="pres">
      <dgm:prSet presAssocID="{73232A3E-6494-4989-98F4-E1C65D60AD20}" presName="childText" presStyleLbl="conFgAcc1" presStyleIdx="5" presStyleCnt="8">
        <dgm:presLayoutVars>
          <dgm:bulletEnabled val="1"/>
        </dgm:presLayoutVars>
      </dgm:prSet>
      <dgm:spPr/>
    </dgm:pt>
    <dgm:pt modelId="{1CA23CCD-BED4-47E7-9FA7-F8C273CC255B}" type="pres">
      <dgm:prSet presAssocID="{15BD6634-6088-4AF2-8EBD-3F97C74FF96D}" presName="spaceBetweenRectangles" presStyleCnt="0"/>
      <dgm:spPr/>
    </dgm:pt>
    <dgm:pt modelId="{E8A813BA-4E15-4A37-8CE3-6E65A44647FB}" type="pres">
      <dgm:prSet presAssocID="{0FE2C797-7313-4A22-BB87-3A11CC40C55F}" presName="parentLin" presStyleCnt="0"/>
      <dgm:spPr/>
    </dgm:pt>
    <dgm:pt modelId="{A161E16C-A39E-4E0D-AAA4-02531B1A8F77}" type="pres">
      <dgm:prSet presAssocID="{0FE2C797-7313-4A22-BB87-3A11CC40C55F}" presName="parentLeftMargin" presStyleLbl="node1" presStyleIdx="5" presStyleCnt="8"/>
      <dgm:spPr/>
    </dgm:pt>
    <dgm:pt modelId="{BFC83CAD-6C31-41E7-B98D-A9B6B5DC763B}" type="pres">
      <dgm:prSet presAssocID="{0FE2C797-7313-4A22-BB87-3A11CC40C55F}" presName="parentText" presStyleLbl="node1" presStyleIdx="6" presStyleCnt="8">
        <dgm:presLayoutVars>
          <dgm:chMax val="0"/>
          <dgm:bulletEnabled val="1"/>
        </dgm:presLayoutVars>
      </dgm:prSet>
      <dgm:spPr/>
    </dgm:pt>
    <dgm:pt modelId="{279F82E4-ACD9-4C76-B9C5-F7C6983E91DA}" type="pres">
      <dgm:prSet presAssocID="{0FE2C797-7313-4A22-BB87-3A11CC40C55F}" presName="negativeSpace" presStyleCnt="0"/>
      <dgm:spPr/>
    </dgm:pt>
    <dgm:pt modelId="{2EC8E8F9-0C8E-4D17-96D0-EA42E53AA757}" type="pres">
      <dgm:prSet presAssocID="{0FE2C797-7313-4A22-BB87-3A11CC40C55F}" presName="childText" presStyleLbl="conFgAcc1" presStyleIdx="6" presStyleCnt="8">
        <dgm:presLayoutVars>
          <dgm:bulletEnabled val="1"/>
        </dgm:presLayoutVars>
      </dgm:prSet>
      <dgm:spPr/>
    </dgm:pt>
    <dgm:pt modelId="{C0968E9A-E524-4940-926B-7B758267EA87}" type="pres">
      <dgm:prSet presAssocID="{84C71615-9337-4CBF-87D7-037582FE0B51}" presName="spaceBetweenRectangles" presStyleCnt="0"/>
      <dgm:spPr/>
    </dgm:pt>
    <dgm:pt modelId="{0DE7CE5D-F581-4C0D-B87D-102D65E3A17E}" type="pres">
      <dgm:prSet presAssocID="{D4C475F1-4135-4BB8-9E5F-35194718E6BF}" presName="parentLin" presStyleCnt="0"/>
      <dgm:spPr/>
    </dgm:pt>
    <dgm:pt modelId="{2C7A98A7-2BD0-4E3A-B255-B842EBCED7E8}" type="pres">
      <dgm:prSet presAssocID="{D4C475F1-4135-4BB8-9E5F-35194718E6BF}" presName="parentLeftMargin" presStyleLbl="node1" presStyleIdx="6" presStyleCnt="8"/>
      <dgm:spPr/>
    </dgm:pt>
    <dgm:pt modelId="{D398453B-9B71-4F97-A3A8-637F7D832575}" type="pres">
      <dgm:prSet presAssocID="{D4C475F1-4135-4BB8-9E5F-35194718E6BF}" presName="parentText" presStyleLbl="node1" presStyleIdx="7" presStyleCnt="8">
        <dgm:presLayoutVars>
          <dgm:chMax val="0"/>
          <dgm:bulletEnabled val="1"/>
        </dgm:presLayoutVars>
      </dgm:prSet>
      <dgm:spPr/>
    </dgm:pt>
    <dgm:pt modelId="{DB44CC8E-E471-41C1-8A53-6CF278EAA1A2}" type="pres">
      <dgm:prSet presAssocID="{D4C475F1-4135-4BB8-9E5F-35194718E6BF}" presName="negativeSpace" presStyleCnt="0"/>
      <dgm:spPr/>
    </dgm:pt>
    <dgm:pt modelId="{CC2828E6-2F7A-4F6D-B9B7-6BC13B4A9A08}" type="pres">
      <dgm:prSet presAssocID="{D4C475F1-4135-4BB8-9E5F-35194718E6BF}" presName="childText" presStyleLbl="conFgAcc1" presStyleIdx="7" presStyleCnt="8">
        <dgm:presLayoutVars>
          <dgm:bulletEnabled val="1"/>
        </dgm:presLayoutVars>
      </dgm:prSet>
      <dgm:spPr/>
    </dgm:pt>
  </dgm:ptLst>
  <dgm:cxnLst>
    <dgm:cxn modelId="{F7653A05-95B0-4E00-AE0D-841A6FECA608}" type="presOf" srcId="{C532941A-0466-493A-8407-4FF9002BD63D}" destId="{E7568E47-F0BB-4DF0-8176-833330DA27E5}" srcOrd="0" destOrd="0" presId="urn:microsoft.com/office/officeart/2005/8/layout/list1"/>
    <dgm:cxn modelId="{F33A121B-C49C-49B0-90BC-9C91041B6781}" srcId="{8C04C7F6-4A00-4538-9568-9865E7BC6AF9}" destId="{8E98124C-FDA2-4A52-8456-820C8E11930F}" srcOrd="4" destOrd="0" parTransId="{A4211549-454E-4CE2-81DD-8C75E25D6D2D}" sibTransId="{C5452BC3-3FE0-4523-B44A-541B1C14E796}"/>
    <dgm:cxn modelId="{74D1FE20-B182-49D7-B82F-E6BEC7E18C43}" srcId="{8C04C7F6-4A00-4538-9568-9865E7BC6AF9}" destId="{C532941A-0466-493A-8407-4FF9002BD63D}" srcOrd="2" destOrd="0" parTransId="{52AF2D81-6FD9-4A94-B826-DEFB701873A9}" sibTransId="{E2187937-3339-4AA6-B9C8-FC81C38A319B}"/>
    <dgm:cxn modelId="{E1EE9C2A-85B1-4074-9901-BEA01C9C3D4B}" type="presOf" srcId="{47F12078-5219-42D0-A204-077193D2C48D}" destId="{0FDA024F-9F9C-4BC2-A2FA-1F905C2C19C9}" srcOrd="1" destOrd="0" presId="urn:microsoft.com/office/officeart/2005/8/layout/list1"/>
    <dgm:cxn modelId="{12AAF12E-4D86-4D21-B872-E4ACCB91CC41}" type="presOf" srcId="{D4C475F1-4135-4BB8-9E5F-35194718E6BF}" destId="{2C7A98A7-2BD0-4E3A-B255-B842EBCED7E8}" srcOrd="0" destOrd="0" presId="urn:microsoft.com/office/officeart/2005/8/layout/list1"/>
    <dgm:cxn modelId="{0480E536-E1E2-4398-BEC7-5B0A85A41021}" srcId="{8C04C7F6-4A00-4538-9568-9865E7BC6AF9}" destId="{73232A3E-6494-4989-98F4-E1C65D60AD20}" srcOrd="5" destOrd="0" parTransId="{3C9D6194-9183-4C1E-906F-2EBEF18646C6}" sibTransId="{15BD6634-6088-4AF2-8EBD-3F97C74FF96D}"/>
    <dgm:cxn modelId="{24A91A5E-458E-42DC-89CB-22D6CAA5E2F7}" type="presOf" srcId="{73232A3E-6494-4989-98F4-E1C65D60AD20}" destId="{C6CA9211-FF2C-40C2-9B69-F6498B8C6A9E}" srcOrd="1" destOrd="0" presId="urn:microsoft.com/office/officeart/2005/8/layout/list1"/>
    <dgm:cxn modelId="{CFED665F-447A-4841-91E8-E9F7A8642A07}" srcId="{8C04C7F6-4A00-4538-9568-9865E7BC6AF9}" destId="{47F12078-5219-42D0-A204-077193D2C48D}" srcOrd="1" destOrd="0" parTransId="{8593041E-BD48-435F-B018-A26291AB933C}" sibTransId="{C88F4914-2870-4891-8254-23DC82074625}"/>
    <dgm:cxn modelId="{030B0D4A-B184-4E13-90D6-4EE49CE17813}" type="presOf" srcId="{DC7C1D6B-5D87-4B7B-9D43-63DFAA7D1292}" destId="{D1497D8A-8383-4859-BFB9-5D61DD447F32}" srcOrd="0" destOrd="0" presId="urn:microsoft.com/office/officeart/2005/8/layout/list1"/>
    <dgm:cxn modelId="{80F57D4A-40F8-4BA6-8C6B-5C389EADFEA7}" type="presOf" srcId="{8E98124C-FDA2-4A52-8456-820C8E11930F}" destId="{268AEA12-FDDC-4A99-B611-5BA248B9EFD2}" srcOrd="1" destOrd="0" presId="urn:microsoft.com/office/officeart/2005/8/layout/list1"/>
    <dgm:cxn modelId="{254BC650-3FE3-45D2-80DF-1D434CC37CAF}" type="presOf" srcId="{0FE2C797-7313-4A22-BB87-3A11CC40C55F}" destId="{BFC83CAD-6C31-41E7-B98D-A9B6B5DC763B}" srcOrd="1" destOrd="0" presId="urn:microsoft.com/office/officeart/2005/8/layout/list1"/>
    <dgm:cxn modelId="{325B2A52-F361-49C7-B292-AD3AF3C319C9}" type="presOf" srcId="{0FE2C797-7313-4A22-BB87-3A11CC40C55F}" destId="{A161E16C-A39E-4E0D-AAA4-02531B1A8F77}" srcOrd="0" destOrd="0" presId="urn:microsoft.com/office/officeart/2005/8/layout/list1"/>
    <dgm:cxn modelId="{1C0D2355-3B32-460B-9792-F1FDA297A389}" srcId="{8C04C7F6-4A00-4538-9568-9865E7BC6AF9}" destId="{0FE2C797-7313-4A22-BB87-3A11CC40C55F}" srcOrd="6" destOrd="0" parTransId="{816D3100-CF81-471F-A8BB-FD3BEAF4D3B0}" sibTransId="{84C71615-9337-4CBF-87D7-037582FE0B51}"/>
    <dgm:cxn modelId="{F59FCE58-A688-4F87-B00D-6F6AE8CFE6EF}" srcId="{8C04C7F6-4A00-4538-9568-9865E7BC6AF9}" destId="{8CB77872-A8A6-4A2E-A085-511F09FBB8E0}" srcOrd="0" destOrd="0" parTransId="{24E5F669-C7A3-4661-800C-4716C8FFBC51}" sibTransId="{E531BC9F-AE22-4B31-8133-E8C729C5389C}"/>
    <dgm:cxn modelId="{491B3184-8435-4630-A93E-A6678B8B7D4B}" srcId="{8C04C7F6-4A00-4538-9568-9865E7BC6AF9}" destId="{D4C475F1-4135-4BB8-9E5F-35194718E6BF}" srcOrd="7" destOrd="0" parTransId="{A3C0669C-FB42-4C93-AC3D-E927B4C3686E}" sibTransId="{2A91D4AC-AC7B-4791-ACB5-C72E84494C8A}"/>
    <dgm:cxn modelId="{F004A18B-AEA2-4D3B-8526-E4CDEE91EBC0}" type="presOf" srcId="{8CB77872-A8A6-4A2E-A085-511F09FBB8E0}" destId="{0D9D09ED-511D-4EEB-8AF9-6EDF6FB546FA}" srcOrd="1" destOrd="0" presId="urn:microsoft.com/office/officeart/2005/8/layout/list1"/>
    <dgm:cxn modelId="{8122818F-CFC6-4A89-961B-595E7633A529}" type="presOf" srcId="{8CB77872-A8A6-4A2E-A085-511F09FBB8E0}" destId="{F1FF2DFB-B2C8-4BE4-9343-4D2C9E93F79A}" srcOrd="0" destOrd="0" presId="urn:microsoft.com/office/officeart/2005/8/layout/list1"/>
    <dgm:cxn modelId="{919C8192-7C85-491B-8398-717664E910CA}" type="presOf" srcId="{73232A3E-6494-4989-98F4-E1C65D60AD20}" destId="{18786BD4-C423-4415-9928-4412DF6AD1D7}" srcOrd="0" destOrd="0" presId="urn:microsoft.com/office/officeart/2005/8/layout/list1"/>
    <dgm:cxn modelId="{49B54095-18EC-4AC6-950A-F6818B621697}" srcId="{8C04C7F6-4A00-4538-9568-9865E7BC6AF9}" destId="{DC7C1D6B-5D87-4B7B-9D43-63DFAA7D1292}" srcOrd="3" destOrd="0" parTransId="{500E8C7A-8597-4A9B-A50E-18E2992ABA21}" sibTransId="{8A048EF4-83B5-4717-B3E5-505349120CEA}"/>
    <dgm:cxn modelId="{6857A79A-A559-4297-A19B-A721AAF4379D}" type="presOf" srcId="{47F12078-5219-42D0-A204-077193D2C48D}" destId="{84C87AA0-8F5A-4E2C-87B1-0F71307854C2}" srcOrd="0" destOrd="0" presId="urn:microsoft.com/office/officeart/2005/8/layout/list1"/>
    <dgm:cxn modelId="{432137B6-FE38-4582-B32A-C3C23645CACE}" type="presOf" srcId="{D4C475F1-4135-4BB8-9E5F-35194718E6BF}" destId="{D398453B-9B71-4F97-A3A8-637F7D832575}" srcOrd="1" destOrd="0" presId="urn:microsoft.com/office/officeart/2005/8/layout/list1"/>
    <dgm:cxn modelId="{B3296AD0-7172-4755-8B94-CBE252563080}" type="presOf" srcId="{8C04C7F6-4A00-4538-9568-9865E7BC6AF9}" destId="{C86865FC-30E9-42F3-9B94-F1B56A78E24B}" srcOrd="0" destOrd="0" presId="urn:microsoft.com/office/officeart/2005/8/layout/list1"/>
    <dgm:cxn modelId="{AC9C1CD7-933B-49A5-9CE2-D9AC4744FBF4}" type="presOf" srcId="{8E98124C-FDA2-4A52-8456-820C8E11930F}" destId="{97207F98-4560-44A2-961A-CFA7D1E53608}" srcOrd="0" destOrd="0" presId="urn:microsoft.com/office/officeart/2005/8/layout/list1"/>
    <dgm:cxn modelId="{7FBD18EB-78E1-4F57-A623-0912FF08835E}" type="presOf" srcId="{C532941A-0466-493A-8407-4FF9002BD63D}" destId="{4D86EC6E-FE07-4E55-9D05-576DF8AFCE79}" srcOrd="1" destOrd="0" presId="urn:microsoft.com/office/officeart/2005/8/layout/list1"/>
    <dgm:cxn modelId="{73A8ECFC-97F1-4E5F-AA2D-06C94E8A04E1}" type="presOf" srcId="{DC7C1D6B-5D87-4B7B-9D43-63DFAA7D1292}" destId="{5AB870AD-580E-43BD-918A-67C6F8A4D8C6}" srcOrd="1" destOrd="0" presId="urn:microsoft.com/office/officeart/2005/8/layout/list1"/>
    <dgm:cxn modelId="{CC548182-2C0F-421F-A684-46DB4800FE8C}" type="presParOf" srcId="{C86865FC-30E9-42F3-9B94-F1B56A78E24B}" destId="{F17DE315-66D9-4BD5-A975-4D4336AB15B5}" srcOrd="0" destOrd="0" presId="urn:microsoft.com/office/officeart/2005/8/layout/list1"/>
    <dgm:cxn modelId="{B934F4DE-84D1-4F99-A76A-2BACCFDBA28E}" type="presParOf" srcId="{F17DE315-66D9-4BD5-A975-4D4336AB15B5}" destId="{F1FF2DFB-B2C8-4BE4-9343-4D2C9E93F79A}" srcOrd="0" destOrd="0" presId="urn:microsoft.com/office/officeart/2005/8/layout/list1"/>
    <dgm:cxn modelId="{48FE7A0C-E140-46A3-9CD8-8E8B7254A272}" type="presParOf" srcId="{F17DE315-66D9-4BD5-A975-4D4336AB15B5}" destId="{0D9D09ED-511D-4EEB-8AF9-6EDF6FB546FA}" srcOrd="1" destOrd="0" presId="urn:microsoft.com/office/officeart/2005/8/layout/list1"/>
    <dgm:cxn modelId="{FEE5A8EC-484E-4CDD-AB0E-4DC10E9132F7}" type="presParOf" srcId="{C86865FC-30E9-42F3-9B94-F1B56A78E24B}" destId="{7DCAF1D2-AD26-4929-BD20-6614BF1E5B49}" srcOrd="1" destOrd="0" presId="urn:microsoft.com/office/officeart/2005/8/layout/list1"/>
    <dgm:cxn modelId="{E4D7A85F-E29F-49D6-B480-F0CF333D6D05}" type="presParOf" srcId="{C86865FC-30E9-42F3-9B94-F1B56A78E24B}" destId="{A934F531-D4B2-44EC-BB45-9735E28B84DB}" srcOrd="2" destOrd="0" presId="urn:microsoft.com/office/officeart/2005/8/layout/list1"/>
    <dgm:cxn modelId="{2805BBD7-0761-4304-9008-3881060BA0ED}" type="presParOf" srcId="{C86865FC-30E9-42F3-9B94-F1B56A78E24B}" destId="{9C8BEE41-0EA7-456E-A3EB-13C1D1E27990}" srcOrd="3" destOrd="0" presId="urn:microsoft.com/office/officeart/2005/8/layout/list1"/>
    <dgm:cxn modelId="{F4486EB9-50EB-4E75-ACCF-236FAB7E6583}" type="presParOf" srcId="{C86865FC-30E9-42F3-9B94-F1B56A78E24B}" destId="{642412CB-9880-4646-B4CB-3E8A2F3BFF7B}" srcOrd="4" destOrd="0" presId="urn:microsoft.com/office/officeart/2005/8/layout/list1"/>
    <dgm:cxn modelId="{380B2C03-BC35-4343-A47C-0BD6859EB842}" type="presParOf" srcId="{642412CB-9880-4646-B4CB-3E8A2F3BFF7B}" destId="{84C87AA0-8F5A-4E2C-87B1-0F71307854C2}" srcOrd="0" destOrd="0" presId="urn:microsoft.com/office/officeart/2005/8/layout/list1"/>
    <dgm:cxn modelId="{2C00C81F-3B40-4A1D-ACAD-ABE472A7CCBF}" type="presParOf" srcId="{642412CB-9880-4646-B4CB-3E8A2F3BFF7B}" destId="{0FDA024F-9F9C-4BC2-A2FA-1F905C2C19C9}" srcOrd="1" destOrd="0" presId="urn:microsoft.com/office/officeart/2005/8/layout/list1"/>
    <dgm:cxn modelId="{44DF5526-5533-4F94-A749-3FEC99A9ECDA}" type="presParOf" srcId="{C86865FC-30E9-42F3-9B94-F1B56A78E24B}" destId="{F2E85C8B-6E45-4D5A-90F4-91048B5889E1}" srcOrd="5" destOrd="0" presId="urn:microsoft.com/office/officeart/2005/8/layout/list1"/>
    <dgm:cxn modelId="{DB35E89A-80CF-4281-8BDB-A33FF578406A}" type="presParOf" srcId="{C86865FC-30E9-42F3-9B94-F1B56A78E24B}" destId="{02B81E1C-0EDD-4550-873A-DCD7FD395B55}" srcOrd="6" destOrd="0" presId="urn:microsoft.com/office/officeart/2005/8/layout/list1"/>
    <dgm:cxn modelId="{3C406465-630D-4D8B-8658-78B8378F8395}" type="presParOf" srcId="{C86865FC-30E9-42F3-9B94-F1B56A78E24B}" destId="{FB92111B-AF01-42E7-9745-29ACEE97C507}" srcOrd="7" destOrd="0" presId="urn:microsoft.com/office/officeart/2005/8/layout/list1"/>
    <dgm:cxn modelId="{A85152CE-DC52-4240-9D10-86545888365D}" type="presParOf" srcId="{C86865FC-30E9-42F3-9B94-F1B56A78E24B}" destId="{91A3C2C2-C2E1-49E8-B6A0-3EE8F2B85846}" srcOrd="8" destOrd="0" presId="urn:microsoft.com/office/officeart/2005/8/layout/list1"/>
    <dgm:cxn modelId="{77DF1FE6-6C25-4066-84AB-A3DE68F2DAF5}" type="presParOf" srcId="{91A3C2C2-C2E1-49E8-B6A0-3EE8F2B85846}" destId="{E7568E47-F0BB-4DF0-8176-833330DA27E5}" srcOrd="0" destOrd="0" presId="urn:microsoft.com/office/officeart/2005/8/layout/list1"/>
    <dgm:cxn modelId="{C48B67D6-6532-4A08-B74A-1791E8F1BB33}" type="presParOf" srcId="{91A3C2C2-C2E1-49E8-B6A0-3EE8F2B85846}" destId="{4D86EC6E-FE07-4E55-9D05-576DF8AFCE79}" srcOrd="1" destOrd="0" presId="urn:microsoft.com/office/officeart/2005/8/layout/list1"/>
    <dgm:cxn modelId="{866310C1-2DB8-44A0-BA6A-6E2199D9E340}" type="presParOf" srcId="{C86865FC-30E9-42F3-9B94-F1B56A78E24B}" destId="{FA8762C3-B1FB-4680-8462-B04BCAC9D3A4}" srcOrd="9" destOrd="0" presId="urn:microsoft.com/office/officeart/2005/8/layout/list1"/>
    <dgm:cxn modelId="{8036FAD5-6F26-4537-8A37-1179C32F9230}" type="presParOf" srcId="{C86865FC-30E9-42F3-9B94-F1B56A78E24B}" destId="{7A8EAF72-E1F5-486A-A8E7-BF7686C5E5BB}" srcOrd="10" destOrd="0" presId="urn:microsoft.com/office/officeart/2005/8/layout/list1"/>
    <dgm:cxn modelId="{BCD8E29D-9637-47AC-AA73-4F4B84F0C35C}" type="presParOf" srcId="{C86865FC-30E9-42F3-9B94-F1B56A78E24B}" destId="{5CA302F0-4DD5-4653-BB47-24A898165B70}" srcOrd="11" destOrd="0" presId="urn:microsoft.com/office/officeart/2005/8/layout/list1"/>
    <dgm:cxn modelId="{0E4D5313-10F7-43C1-974F-73CCE0882048}" type="presParOf" srcId="{C86865FC-30E9-42F3-9B94-F1B56A78E24B}" destId="{2498FB54-ED59-4788-9F2B-C6E3B9E749AA}" srcOrd="12" destOrd="0" presId="urn:microsoft.com/office/officeart/2005/8/layout/list1"/>
    <dgm:cxn modelId="{CF03F61B-E26E-482C-8EBB-5B5037DCC7D3}" type="presParOf" srcId="{2498FB54-ED59-4788-9F2B-C6E3B9E749AA}" destId="{D1497D8A-8383-4859-BFB9-5D61DD447F32}" srcOrd="0" destOrd="0" presId="urn:microsoft.com/office/officeart/2005/8/layout/list1"/>
    <dgm:cxn modelId="{FD6288E4-E661-4A79-9D03-5C349533ED9C}" type="presParOf" srcId="{2498FB54-ED59-4788-9F2B-C6E3B9E749AA}" destId="{5AB870AD-580E-43BD-918A-67C6F8A4D8C6}" srcOrd="1" destOrd="0" presId="urn:microsoft.com/office/officeart/2005/8/layout/list1"/>
    <dgm:cxn modelId="{6C0877E0-CD50-4001-B4AB-1734FD5E4D72}" type="presParOf" srcId="{C86865FC-30E9-42F3-9B94-F1B56A78E24B}" destId="{EA3B7BF9-A1FA-4752-BD37-EBE3FA6547E1}" srcOrd="13" destOrd="0" presId="urn:microsoft.com/office/officeart/2005/8/layout/list1"/>
    <dgm:cxn modelId="{68840AA2-D743-4B6A-98A3-D92AA78AD18E}" type="presParOf" srcId="{C86865FC-30E9-42F3-9B94-F1B56A78E24B}" destId="{59FD62CF-5E62-4B27-9215-937DACDBBD38}" srcOrd="14" destOrd="0" presId="urn:microsoft.com/office/officeart/2005/8/layout/list1"/>
    <dgm:cxn modelId="{9C6903DC-0E61-4DE2-9314-4B15396D44B6}" type="presParOf" srcId="{C86865FC-30E9-42F3-9B94-F1B56A78E24B}" destId="{D6CA7D80-91F6-4FAB-86B3-FA0F79328F1A}" srcOrd="15" destOrd="0" presId="urn:microsoft.com/office/officeart/2005/8/layout/list1"/>
    <dgm:cxn modelId="{9AD17CF2-EBB3-4810-B1EB-1221CD7BE86A}" type="presParOf" srcId="{C86865FC-30E9-42F3-9B94-F1B56A78E24B}" destId="{09E261AB-5615-4A4A-8178-00F87FB4C0F9}" srcOrd="16" destOrd="0" presId="urn:microsoft.com/office/officeart/2005/8/layout/list1"/>
    <dgm:cxn modelId="{40A40EBA-601D-480F-AE70-2C5E9E31FDE4}" type="presParOf" srcId="{09E261AB-5615-4A4A-8178-00F87FB4C0F9}" destId="{97207F98-4560-44A2-961A-CFA7D1E53608}" srcOrd="0" destOrd="0" presId="urn:microsoft.com/office/officeart/2005/8/layout/list1"/>
    <dgm:cxn modelId="{4D1DB8B4-3A2E-4253-853B-1A2AB2AA8CA9}" type="presParOf" srcId="{09E261AB-5615-4A4A-8178-00F87FB4C0F9}" destId="{268AEA12-FDDC-4A99-B611-5BA248B9EFD2}" srcOrd="1" destOrd="0" presId="urn:microsoft.com/office/officeart/2005/8/layout/list1"/>
    <dgm:cxn modelId="{283F537A-9151-4467-9D3C-BAFE30B626EE}" type="presParOf" srcId="{C86865FC-30E9-42F3-9B94-F1B56A78E24B}" destId="{4B0A23B4-BBAC-4E61-A2E8-70618ECCD684}" srcOrd="17" destOrd="0" presId="urn:microsoft.com/office/officeart/2005/8/layout/list1"/>
    <dgm:cxn modelId="{D5819F81-AFD1-4544-97C3-30EC2126D742}" type="presParOf" srcId="{C86865FC-30E9-42F3-9B94-F1B56A78E24B}" destId="{F331A9F1-C232-4DD0-899E-4F54B763C1CE}" srcOrd="18" destOrd="0" presId="urn:microsoft.com/office/officeart/2005/8/layout/list1"/>
    <dgm:cxn modelId="{4442D60C-D26D-486B-9DFB-A5E601FFF2CF}" type="presParOf" srcId="{C86865FC-30E9-42F3-9B94-F1B56A78E24B}" destId="{07F8CAB8-5636-49E1-AC11-F4E106E00B03}" srcOrd="19" destOrd="0" presId="urn:microsoft.com/office/officeart/2005/8/layout/list1"/>
    <dgm:cxn modelId="{CD44A15F-8CCD-45E5-8A22-1748358B4C6B}" type="presParOf" srcId="{C86865FC-30E9-42F3-9B94-F1B56A78E24B}" destId="{346CE0AA-90DC-4878-B72A-72273B86ADF1}" srcOrd="20" destOrd="0" presId="urn:microsoft.com/office/officeart/2005/8/layout/list1"/>
    <dgm:cxn modelId="{B1A71CA1-9990-445F-8372-5590D0E346B0}" type="presParOf" srcId="{346CE0AA-90DC-4878-B72A-72273B86ADF1}" destId="{18786BD4-C423-4415-9928-4412DF6AD1D7}" srcOrd="0" destOrd="0" presId="urn:microsoft.com/office/officeart/2005/8/layout/list1"/>
    <dgm:cxn modelId="{6054CB11-7BA3-40FB-83B6-33F66D6EBDDB}" type="presParOf" srcId="{346CE0AA-90DC-4878-B72A-72273B86ADF1}" destId="{C6CA9211-FF2C-40C2-9B69-F6498B8C6A9E}" srcOrd="1" destOrd="0" presId="urn:microsoft.com/office/officeart/2005/8/layout/list1"/>
    <dgm:cxn modelId="{293E665E-2B8E-4BF3-B767-BFA3C778173E}" type="presParOf" srcId="{C86865FC-30E9-42F3-9B94-F1B56A78E24B}" destId="{0E9968AA-88C4-40CC-80F8-3237DF997DEB}" srcOrd="21" destOrd="0" presId="urn:microsoft.com/office/officeart/2005/8/layout/list1"/>
    <dgm:cxn modelId="{7D86393C-1B51-46A9-93FA-689C324BE979}" type="presParOf" srcId="{C86865FC-30E9-42F3-9B94-F1B56A78E24B}" destId="{FD82E04B-C6C7-4047-AB71-9231F051F287}" srcOrd="22" destOrd="0" presId="urn:microsoft.com/office/officeart/2005/8/layout/list1"/>
    <dgm:cxn modelId="{739BB7E5-5A03-4E4D-8E79-75F97BF77F45}" type="presParOf" srcId="{C86865FC-30E9-42F3-9B94-F1B56A78E24B}" destId="{1CA23CCD-BED4-47E7-9FA7-F8C273CC255B}" srcOrd="23" destOrd="0" presId="urn:microsoft.com/office/officeart/2005/8/layout/list1"/>
    <dgm:cxn modelId="{FB654AC4-98FB-4A36-B15F-C2DEEF69C755}" type="presParOf" srcId="{C86865FC-30E9-42F3-9B94-F1B56A78E24B}" destId="{E8A813BA-4E15-4A37-8CE3-6E65A44647FB}" srcOrd="24" destOrd="0" presId="urn:microsoft.com/office/officeart/2005/8/layout/list1"/>
    <dgm:cxn modelId="{8D42B267-4720-419D-B85F-562101F7785B}" type="presParOf" srcId="{E8A813BA-4E15-4A37-8CE3-6E65A44647FB}" destId="{A161E16C-A39E-4E0D-AAA4-02531B1A8F77}" srcOrd="0" destOrd="0" presId="urn:microsoft.com/office/officeart/2005/8/layout/list1"/>
    <dgm:cxn modelId="{852EC9B8-6143-426B-878F-9B3AD7F4DAA6}" type="presParOf" srcId="{E8A813BA-4E15-4A37-8CE3-6E65A44647FB}" destId="{BFC83CAD-6C31-41E7-B98D-A9B6B5DC763B}" srcOrd="1" destOrd="0" presId="urn:microsoft.com/office/officeart/2005/8/layout/list1"/>
    <dgm:cxn modelId="{04201A0A-4061-44B0-963D-67C5B3278D83}" type="presParOf" srcId="{C86865FC-30E9-42F3-9B94-F1B56A78E24B}" destId="{279F82E4-ACD9-4C76-B9C5-F7C6983E91DA}" srcOrd="25" destOrd="0" presId="urn:microsoft.com/office/officeart/2005/8/layout/list1"/>
    <dgm:cxn modelId="{ACC771A2-8C07-4DCB-AA71-07D45D7F939F}" type="presParOf" srcId="{C86865FC-30E9-42F3-9B94-F1B56A78E24B}" destId="{2EC8E8F9-0C8E-4D17-96D0-EA42E53AA757}" srcOrd="26" destOrd="0" presId="urn:microsoft.com/office/officeart/2005/8/layout/list1"/>
    <dgm:cxn modelId="{2C86F1F1-D153-4DE8-8E04-80287588F705}" type="presParOf" srcId="{C86865FC-30E9-42F3-9B94-F1B56A78E24B}" destId="{C0968E9A-E524-4940-926B-7B758267EA87}" srcOrd="27" destOrd="0" presId="urn:microsoft.com/office/officeart/2005/8/layout/list1"/>
    <dgm:cxn modelId="{7EC9528F-D803-4716-8CE3-7EB3C4C4DFCC}" type="presParOf" srcId="{C86865FC-30E9-42F3-9B94-F1B56A78E24B}" destId="{0DE7CE5D-F581-4C0D-B87D-102D65E3A17E}" srcOrd="28" destOrd="0" presId="urn:microsoft.com/office/officeart/2005/8/layout/list1"/>
    <dgm:cxn modelId="{ED00A529-532A-446D-8790-AC0EBBDAECF9}" type="presParOf" srcId="{0DE7CE5D-F581-4C0D-B87D-102D65E3A17E}" destId="{2C7A98A7-2BD0-4E3A-B255-B842EBCED7E8}" srcOrd="0" destOrd="0" presId="urn:microsoft.com/office/officeart/2005/8/layout/list1"/>
    <dgm:cxn modelId="{69D95C20-5BF3-4EB0-9E1A-9F13CDFAF2DE}" type="presParOf" srcId="{0DE7CE5D-F581-4C0D-B87D-102D65E3A17E}" destId="{D398453B-9B71-4F97-A3A8-637F7D832575}" srcOrd="1" destOrd="0" presId="urn:microsoft.com/office/officeart/2005/8/layout/list1"/>
    <dgm:cxn modelId="{DC3EE915-E642-42DF-AF03-BE2047A3EC98}" type="presParOf" srcId="{C86865FC-30E9-42F3-9B94-F1B56A78E24B}" destId="{DB44CC8E-E471-41C1-8A53-6CF278EAA1A2}" srcOrd="29" destOrd="0" presId="urn:microsoft.com/office/officeart/2005/8/layout/list1"/>
    <dgm:cxn modelId="{1DDB9FFC-AD6C-40B6-8C44-471D48DB5AAC}" type="presParOf" srcId="{C86865FC-30E9-42F3-9B94-F1B56A78E24B}" destId="{CC2828E6-2F7A-4F6D-B9B7-6BC13B4A9A08}" srcOrd="3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34F531-D4B2-44EC-BB45-9735E28B84DB}">
      <dsp:nvSpPr>
        <dsp:cNvPr id="0" name=""/>
        <dsp:cNvSpPr/>
      </dsp:nvSpPr>
      <dsp:spPr>
        <a:xfrm>
          <a:off x="0" y="274622"/>
          <a:ext cx="5242500" cy="378000"/>
        </a:xfrm>
        <a:prstGeom prst="rect">
          <a:avLst/>
        </a:prstGeom>
        <a:solidFill>
          <a:schemeClr val="lt1">
            <a:alpha val="90000"/>
            <a:hueOff val="0"/>
            <a:satOff val="0"/>
            <a:lumOff val="0"/>
            <a:alphaOff val="0"/>
          </a:schemeClr>
        </a:solidFill>
        <a:ln w="19050"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D9D09ED-511D-4EEB-8AF9-6EDF6FB546FA}">
      <dsp:nvSpPr>
        <dsp:cNvPr id="0" name=""/>
        <dsp:cNvSpPr/>
      </dsp:nvSpPr>
      <dsp:spPr>
        <a:xfrm>
          <a:off x="262125" y="53222"/>
          <a:ext cx="3669750" cy="442800"/>
        </a:xfrm>
        <a:prstGeom prst="round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8708" tIns="0" rIns="138708" bIns="0" numCol="1" spcCol="1270" anchor="ctr" anchorCtr="0">
          <a:noAutofit/>
        </a:bodyPr>
        <a:lstStyle/>
        <a:p>
          <a:pPr marL="0" lvl="0" indent="0" algn="l" defTabSz="1066800">
            <a:lnSpc>
              <a:spcPct val="90000"/>
            </a:lnSpc>
            <a:spcBef>
              <a:spcPct val="0"/>
            </a:spcBef>
            <a:spcAft>
              <a:spcPct val="35000"/>
            </a:spcAft>
            <a:buNone/>
          </a:pPr>
          <a:r>
            <a:rPr lang="en-IN" sz="2400" b="1" kern="1200">
              <a:solidFill>
                <a:schemeClr val="bg1"/>
              </a:solidFill>
            </a:rPr>
            <a:t>Physical</a:t>
          </a:r>
          <a:endParaRPr lang="en-IN" sz="2400" b="1" kern="1200" dirty="0">
            <a:solidFill>
              <a:schemeClr val="bg1"/>
            </a:solidFill>
          </a:endParaRPr>
        </a:p>
      </dsp:txBody>
      <dsp:txXfrm>
        <a:off x="283741" y="74838"/>
        <a:ext cx="3626518" cy="399568"/>
      </dsp:txXfrm>
    </dsp:sp>
    <dsp:sp modelId="{02B81E1C-0EDD-4550-873A-DCD7FD395B55}">
      <dsp:nvSpPr>
        <dsp:cNvPr id="0" name=""/>
        <dsp:cNvSpPr/>
      </dsp:nvSpPr>
      <dsp:spPr>
        <a:xfrm>
          <a:off x="0" y="955022"/>
          <a:ext cx="5242500" cy="378000"/>
        </a:xfrm>
        <a:prstGeom prst="rect">
          <a:avLst/>
        </a:prstGeom>
        <a:solidFill>
          <a:schemeClr val="lt1">
            <a:alpha val="90000"/>
            <a:hueOff val="0"/>
            <a:satOff val="0"/>
            <a:lumOff val="0"/>
            <a:alphaOff val="0"/>
          </a:schemeClr>
        </a:solidFill>
        <a:ln w="19050" cap="rnd" cmpd="sng" algn="ctr">
          <a:solidFill>
            <a:schemeClr val="accent4">
              <a:hueOff val="379823"/>
              <a:satOff val="137"/>
              <a:lumOff val="-1120"/>
              <a:alphaOff val="0"/>
            </a:schemeClr>
          </a:solidFill>
          <a:prstDash val="solid"/>
        </a:ln>
        <a:effectLst/>
      </dsp:spPr>
      <dsp:style>
        <a:lnRef idx="2">
          <a:scrgbClr r="0" g="0" b="0"/>
        </a:lnRef>
        <a:fillRef idx="1">
          <a:scrgbClr r="0" g="0" b="0"/>
        </a:fillRef>
        <a:effectRef idx="0">
          <a:scrgbClr r="0" g="0" b="0"/>
        </a:effectRef>
        <a:fontRef idx="minor"/>
      </dsp:style>
    </dsp:sp>
    <dsp:sp modelId="{0FDA024F-9F9C-4BC2-A2FA-1F905C2C19C9}">
      <dsp:nvSpPr>
        <dsp:cNvPr id="0" name=""/>
        <dsp:cNvSpPr/>
      </dsp:nvSpPr>
      <dsp:spPr>
        <a:xfrm>
          <a:off x="262125" y="733622"/>
          <a:ext cx="3669750" cy="442800"/>
        </a:xfrm>
        <a:prstGeom prst="roundRect">
          <a:avLst/>
        </a:prstGeom>
        <a:solidFill>
          <a:schemeClr val="accent4">
            <a:hueOff val="379823"/>
            <a:satOff val="137"/>
            <a:lumOff val="-112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8708" tIns="0" rIns="138708" bIns="0" numCol="1" spcCol="1270" anchor="ctr" anchorCtr="0">
          <a:noAutofit/>
        </a:bodyPr>
        <a:lstStyle/>
        <a:p>
          <a:pPr marL="0" lvl="0" indent="0" algn="l" defTabSz="1066800">
            <a:lnSpc>
              <a:spcPct val="90000"/>
            </a:lnSpc>
            <a:spcBef>
              <a:spcPct val="0"/>
            </a:spcBef>
            <a:spcAft>
              <a:spcPct val="35000"/>
            </a:spcAft>
            <a:buNone/>
          </a:pPr>
          <a:r>
            <a:rPr lang="en-IN" sz="2400" b="1" kern="1200">
              <a:solidFill>
                <a:schemeClr val="bg1"/>
              </a:solidFill>
            </a:rPr>
            <a:t>Language barrier</a:t>
          </a:r>
          <a:endParaRPr lang="en-IN" sz="2400" b="1" kern="1200" dirty="0">
            <a:solidFill>
              <a:schemeClr val="bg1"/>
            </a:solidFill>
          </a:endParaRPr>
        </a:p>
      </dsp:txBody>
      <dsp:txXfrm>
        <a:off x="283741" y="755238"/>
        <a:ext cx="3626518" cy="399568"/>
      </dsp:txXfrm>
    </dsp:sp>
    <dsp:sp modelId="{7A8EAF72-E1F5-486A-A8E7-BF7686C5E5BB}">
      <dsp:nvSpPr>
        <dsp:cNvPr id="0" name=""/>
        <dsp:cNvSpPr/>
      </dsp:nvSpPr>
      <dsp:spPr>
        <a:xfrm>
          <a:off x="0" y="1635422"/>
          <a:ext cx="5242500" cy="378000"/>
        </a:xfrm>
        <a:prstGeom prst="rect">
          <a:avLst/>
        </a:prstGeom>
        <a:solidFill>
          <a:schemeClr val="lt1">
            <a:alpha val="90000"/>
            <a:hueOff val="0"/>
            <a:satOff val="0"/>
            <a:lumOff val="0"/>
            <a:alphaOff val="0"/>
          </a:schemeClr>
        </a:solidFill>
        <a:ln w="19050" cap="rnd" cmpd="sng" algn="ctr">
          <a:solidFill>
            <a:schemeClr val="accent4">
              <a:hueOff val="759646"/>
              <a:satOff val="275"/>
              <a:lumOff val="-2241"/>
              <a:alphaOff val="0"/>
            </a:schemeClr>
          </a:solidFill>
          <a:prstDash val="solid"/>
        </a:ln>
        <a:effectLst/>
      </dsp:spPr>
      <dsp:style>
        <a:lnRef idx="2">
          <a:scrgbClr r="0" g="0" b="0"/>
        </a:lnRef>
        <a:fillRef idx="1">
          <a:scrgbClr r="0" g="0" b="0"/>
        </a:fillRef>
        <a:effectRef idx="0">
          <a:scrgbClr r="0" g="0" b="0"/>
        </a:effectRef>
        <a:fontRef idx="minor"/>
      </dsp:style>
    </dsp:sp>
    <dsp:sp modelId="{4D86EC6E-FE07-4E55-9D05-576DF8AFCE79}">
      <dsp:nvSpPr>
        <dsp:cNvPr id="0" name=""/>
        <dsp:cNvSpPr/>
      </dsp:nvSpPr>
      <dsp:spPr>
        <a:xfrm>
          <a:off x="262125" y="1414022"/>
          <a:ext cx="3669750" cy="442800"/>
        </a:xfrm>
        <a:prstGeom prst="roundRect">
          <a:avLst/>
        </a:prstGeom>
        <a:solidFill>
          <a:schemeClr val="accent4">
            <a:hueOff val="759646"/>
            <a:satOff val="275"/>
            <a:lumOff val="-224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8708" tIns="0" rIns="138708" bIns="0" numCol="1" spcCol="1270" anchor="ctr" anchorCtr="0">
          <a:noAutofit/>
        </a:bodyPr>
        <a:lstStyle/>
        <a:p>
          <a:pPr marL="0" lvl="0" indent="0" algn="l" defTabSz="1066800">
            <a:lnSpc>
              <a:spcPct val="90000"/>
            </a:lnSpc>
            <a:spcBef>
              <a:spcPct val="0"/>
            </a:spcBef>
            <a:spcAft>
              <a:spcPct val="35000"/>
            </a:spcAft>
            <a:buNone/>
          </a:pPr>
          <a:r>
            <a:rPr lang="en-IN" sz="2400" b="1" kern="1200">
              <a:solidFill>
                <a:schemeClr val="bg1"/>
              </a:solidFill>
            </a:rPr>
            <a:t>Cultural</a:t>
          </a:r>
          <a:endParaRPr lang="en-IN" sz="2400" b="1" kern="1200" dirty="0">
            <a:solidFill>
              <a:schemeClr val="bg1"/>
            </a:solidFill>
          </a:endParaRPr>
        </a:p>
      </dsp:txBody>
      <dsp:txXfrm>
        <a:off x="283741" y="1435638"/>
        <a:ext cx="3626518" cy="399568"/>
      </dsp:txXfrm>
    </dsp:sp>
    <dsp:sp modelId="{59FD62CF-5E62-4B27-9215-937DACDBBD38}">
      <dsp:nvSpPr>
        <dsp:cNvPr id="0" name=""/>
        <dsp:cNvSpPr/>
      </dsp:nvSpPr>
      <dsp:spPr>
        <a:xfrm>
          <a:off x="0" y="2315822"/>
          <a:ext cx="5242500" cy="378000"/>
        </a:xfrm>
        <a:prstGeom prst="rect">
          <a:avLst/>
        </a:prstGeom>
        <a:solidFill>
          <a:schemeClr val="lt1">
            <a:alpha val="90000"/>
            <a:hueOff val="0"/>
            <a:satOff val="0"/>
            <a:lumOff val="0"/>
            <a:alphaOff val="0"/>
          </a:schemeClr>
        </a:solidFill>
        <a:ln w="19050" cap="rnd" cmpd="sng" algn="ctr">
          <a:solidFill>
            <a:schemeClr val="accent4">
              <a:hueOff val="1139469"/>
              <a:satOff val="412"/>
              <a:lumOff val="-3361"/>
              <a:alphaOff val="0"/>
            </a:schemeClr>
          </a:solidFill>
          <a:prstDash val="solid"/>
        </a:ln>
        <a:effectLst/>
      </dsp:spPr>
      <dsp:style>
        <a:lnRef idx="2">
          <a:scrgbClr r="0" g="0" b="0"/>
        </a:lnRef>
        <a:fillRef idx="1">
          <a:scrgbClr r="0" g="0" b="0"/>
        </a:fillRef>
        <a:effectRef idx="0">
          <a:scrgbClr r="0" g="0" b="0"/>
        </a:effectRef>
        <a:fontRef idx="minor"/>
      </dsp:style>
    </dsp:sp>
    <dsp:sp modelId="{5AB870AD-580E-43BD-918A-67C6F8A4D8C6}">
      <dsp:nvSpPr>
        <dsp:cNvPr id="0" name=""/>
        <dsp:cNvSpPr/>
      </dsp:nvSpPr>
      <dsp:spPr>
        <a:xfrm>
          <a:off x="262125" y="2094422"/>
          <a:ext cx="3669750" cy="442800"/>
        </a:xfrm>
        <a:prstGeom prst="roundRect">
          <a:avLst/>
        </a:prstGeom>
        <a:solidFill>
          <a:schemeClr val="accent4">
            <a:hueOff val="1139469"/>
            <a:satOff val="412"/>
            <a:lumOff val="-336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8708" tIns="0" rIns="138708" bIns="0" numCol="1" spcCol="1270" anchor="ctr" anchorCtr="0">
          <a:noAutofit/>
        </a:bodyPr>
        <a:lstStyle/>
        <a:p>
          <a:pPr marL="0" lvl="0" indent="0" algn="l" defTabSz="1066800">
            <a:lnSpc>
              <a:spcPct val="90000"/>
            </a:lnSpc>
            <a:spcBef>
              <a:spcPct val="0"/>
            </a:spcBef>
            <a:spcAft>
              <a:spcPct val="35000"/>
            </a:spcAft>
            <a:buNone/>
          </a:pPr>
          <a:r>
            <a:rPr lang="en-IN" sz="2400" b="1" kern="1200">
              <a:solidFill>
                <a:schemeClr val="bg1"/>
              </a:solidFill>
            </a:rPr>
            <a:t>Interpersonal</a:t>
          </a:r>
          <a:endParaRPr lang="en-IN" sz="2400" b="1" kern="1200" dirty="0">
            <a:solidFill>
              <a:schemeClr val="bg1"/>
            </a:solidFill>
          </a:endParaRPr>
        </a:p>
      </dsp:txBody>
      <dsp:txXfrm>
        <a:off x="283741" y="2116038"/>
        <a:ext cx="3626518" cy="399568"/>
      </dsp:txXfrm>
    </dsp:sp>
    <dsp:sp modelId="{F331A9F1-C232-4DD0-899E-4F54B763C1CE}">
      <dsp:nvSpPr>
        <dsp:cNvPr id="0" name=""/>
        <dsp:cNvSpPr/>
      </dsp:nvSpPr>
      <dsp:spPr>
        <a:xfrm>
          <a:off x="0" y="2996222"/>
          <a:ext cx="5242500" cy="378000"/>
        </a:xfrm>
        <a:prstGeom prst="rect">
          <a:avLst/>
        </a:prstGeom>
        <a:solidFill>
          <a:schemeClr val="lt1">
            <a:alpha val="90000"/>
            <a:hueOff val="0"/>
            <a:satOff val="0"/>
            <a:lumOff val="0"/>
            <a:alphaOff val="0"/>
          </a:schemeClr>
        </a:solidFill>
        <a:ln w="19050" cap="rnd" cmpd="sng" algn="ctr">
          <a:solidFill>
            <a:schemeClr val="accent4">
              <a:hueOff val="1519292"/>
              <a:satOff val="550"/>
              <a:lumOff val="-4482"/>
              <a:alphaOff val="0"/>
            </a:schemeClr>
          </a:solidFill>
          <a:prstDash val="solid"/>
        </a:ln>
        <a:effectLst/>
      </dsp:spPr>
      <dsp:style>
        <a:lnRef idx="2">
          <a:scrgbClr r="0" g="0" b="0"/>
        </a:lnRef>
        <a:fillRef idx="1">
          <a:scrgbClr r="0" g="0" b="0"/>
        </a:fillRef>
        <a:effectRef idx="0">
          <a:scrgbClr r="0" g="0" b="0"/>
        </a:effectRef>
        <a:fontRef idx="minor"/>
      </dsp:style>
    </dsp:sp>
    <dsp:sp modelId="{268AEA12-FDDC-4A99-B611-5BA248B9EFD2}">
      <dsp:nvSpPr>
        <dsp:cNvPr id="0" name=""/>
        <dsp:cNvSpPr/>
      </dsp:nvSpPr>
      <dsp:spPr>
        <a:xfrm>
          <a:off x="262125" y="2774822"/>
          <a:ext cx="3669750" cy="442800"/>
        </a:xfrm>
        <a:prstGeom prst="roundRect">
          <a:avLst/>
        </a:prstGeom>
        <a:solidFill>
          <a:schemeClr val="accent4">
            <a:hueOff val="1519292"/>
            <a:satOff val="550"/>
            <a:lumOff val="-448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8708" tIns="0" rIns="138708" bIns="0" numCol="1" spcCol="1270" anchor="ctr" anchorCtr="0">
          <a:noAutofit/>
        </a:bodyPr>
        <a:lstStyle/>
        <a:p>
          <a:pPr marL="0" lvl="0" indent="0" algn="l" defTabSz="1066800">
            <a:lnSpc>
              <a:spcPct val="90000"/>
            </a:lnSpc>
            <a:spcBef>
              <a:spcPct val="0"/>
            </a:spcBef>
            <a:spcAft>
              <a:spcPct val="35000"/>
            </a:spcAft>
            <a:buNone/>
          </a:pPr>
          <a:r>
            <a:rPr lang="en-IN" sz="2400" b="1" kern="1200">
              <a:solidFill>
                <a:schemeClr val="bg1"/>
              </a:solidFill>
            </a:rPr>
            <a:t>Organisational</a:t>
          </a:r>
          <a:endParaRPr lang="en-IN" sz="2400" b="1" kern="1200" dirty="0">
            <a:solidFill>
              <a:schemeClr val="bg1"/>
            </a:solidFill>
          </a:endParaRPr>
        </a:p>
      </dsp:txBody>
      <dsp:txXfrm>
        <a:off x="283741" y="2796438"/>
        <a:ext cx="3626518" cy="399568"/>
      </dsp:txXfrm>
    </dsp:sp>
    <dsp:sp modelId="{FD82E04B-C6C7-4047-AB71-9231F051F287}">
      <dsp:nvSpPr>
        <dsp:cNvPr id="0" name=""/>
        <dsp:cNvSpPr/>
      </dsp:nvSpPr>
      <dsp:spPr>
        <a:xfrm>
          <a:off x="0" y="3676622"/>
          <a:ext cx="5242500" cy="378000"/>
        </a:xfrm>
        <a:prstGeom prst="rect">
          <a:avLst/>
        </a:prstGeom>
        <a:solidFill>
          <a:schemeClr val="lt1">
            <a:alpha val="90000"/>
            <a:hueOff val="0"/>
            <a:satOff val="0"/>
            <a:lumOff val="0"/>
            <a:alphaOff val="0"/>
          </a:schemeClr>
        </a:solidFill>
        <a:ln w="19050" cap="rnd" cmpd="sng" algn="ctr">
          <a:solidFill>
            <a:schemeClr val="accent4">
              <a:hueOff val="1899115"/>
              <a:satOff val="687"/>
              <a:lumOff val="-5602"/>
              <a:alphaOff val="0"/>
            </a:schemeClr>
          </a:solidFill>
          <a:prstDash val="solid"/>
        </a:ln>
        <a:effectLst/>
      </dsp:spPr>
      <dsp:style>
        <a:lnRef idx="2">
          <a:scrgbClr r="0" g="0" b="0"/>
        </a:lnRef>
        <a:fillRef idx="1">
          <a:scrgbClr r="0" g="0" b="0"/>
        </a:fillRef>
        <a:effectRef idx="0">
          <a:scrgbClr r="0" g="0" b="0"/>
        </a:effectRef>
        <a:fontRef idx="minor"/>
      </dsp:style>
    </dsp:sp>
    <dsp:sp modelId="{C6CA9211-FF2C-40C2-9B69-F6498B8C6A9E}">
      <dsp:nvSpPr>
        <dsp:cNvPr id="0" name=""/>
        <dsp:cNvSpPr/>
      </dsp:nvSpPr>
      <dsp:spPr>
        <a:xfrm>
          <a:off x="237204" y="3434734"/>
          <a:ext cx="3669750" cy="442800"/>
        </a:xfrm>
        <a:prstGeom prst="roundRect">
          <a:avLst/>
        </a:prstGeom>
        <a:solidFill>
          <a:schemeClr val="accent4">
            <a:hueOff val="1899115"/>
            <a:satOff val="687"/>
            <a:lumOff val="-560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8708" tIns="0" rIns="138708" bIns="0" numCol="1" spcCol="1270" anchor="ctr" anchorCtr="0">
          <a:noAutofit/>
        </a:bodyPr>
        <a:lstStyle/>
        <a:p>
          <a:pPr marL="0" lvl="0" indent="0" algn="l" defTabSz="1066800">
            <a:lnSpc>
              <a:spcPct val="90000"/>
            </a:lnSpc>
            <a:spcBef>
              <a:spcPct val="0"/>
            </a:spcBef>
            <a:spcAft>
              <a:spcPct val="35000"/>
            </a:spcAft>
            <a:buNone/>
          </a:pPr>
          <a:r>
            <a:rPr lang="en-IN" sz="2400" b="1" kern="1200">
              <a:solidFill>
                <a:schemeClr val="bg1"/>
              </a:solidFill>
            </a:rPr>
            <a:t>Perceptual</a:t>
          </a:r>
          <a:endParaRPr lang="en-IN" sz="2400" b="1" kern="1200" dirty="0">
            <a:solidFill>
              <a:schemeClr val="bg1"/>
            </a:solidFill>
          </a:endParaRPr>
        </a:p>
      </dsp:txBody>
      <dsp:txXfrm>
        <a:off x="258820" y="3456350"/>
        <a:ext cx="3626518" cy="399568"/>
      </dsp:txXfrm>
    </dsp:sp>
    <dsp:sp modelId="{2EC8E8F9-0C8E-4D17-96D0-EA42E53AA757}">
      <dsp:nvSpPr>
        <dsp:cNvPr id="0" name=""/>
        <dsp:cNvSpPr/>
      </dsp:nvSpPr>
      <dsp:spPr>
        <a:xfrm>
          <a:off x="0" y="4357022"/>
          <a:ext cx="5242500" cy="378000"/>
        </a:xfrm>
        <a:prstGeom prst="rect">
          <a:avLst/>
        </a:prstGeom>
        <a:solidFill>
          <a:schemeClr val="lt1">
            <a:alpha val="90000"/>
            <a:hueOff val="0"/>
            <a:satOff val="0"/>
            <a:lumOff val="0"/>
            <a:alphaOff val="0"/>
          </a:schemeClr>
        </a:solidFill>
        <a:ln w="19050" cap="rnd" cmpd="sng" algn="ctr">
          <a:solidFill>
            <a:schemeClr val="accent4">
              <a:hueOff val="2278938"/>
              <a:satOff val="825"/>
              <a:lumOff val="-6723"/>
              <a:alphaOff val="0"/>
            </a:schemeClr>
          </a:solidFill>
          <a:prstDash val="solid"/>
        </a:ln>
        <a:effectLst/>
      </dsp:spPr>
      <dsp:style>
        <a:lnRef idx="2">
          <a:scrgbClr r="0" g="0" b="0"/>
        </a:lnRef>
        <a:fillRef idx="1">
          <a:scrgbClr r="0" g="0" b="0"/>
        </a:fillRef>
        <a:effectRef idx="0">
          <a:scrgbClr r="0" g="0" b="0"/>
        </a:effectRef>
        <a:fontRef idx="minor"/>
      </dsp:style>
    </dsp:sp>
    <dsp:sp modelId="{BFC83CAD-6C31-41E7-B98D-A9B6B5DC763B}">
      <dsp:nvSpPr>
        <dsp:cNvPr id="0" name=""/>
        <dsp:cNvSpPr/>
      </dsp:nvSpPr>
      <dsp:spPr>
        <a:xfrm>
          <a:off x="262125" y="4135622"/>
          <a:ext cx="3669750" cy="442800"/>
        </a:xfrm>
        <a:prstGeom prst="roundRect">
          <a:avLst/>
        </a:prstGeom>
        <a:solidFill>
          <a:schemeClr val="accent4">
            <a:hueOff val="2278938"/>
            <a:satOff val="825"/>
            <a:lumOff val="-672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8708" tIns="0" rIns="138708" bIns="0" numCol="1" spcCol="1270" anchor="ctr" anchorCtr="0">
          <a:noAutofit/>
        </a:bodyPr>
        <a:lstStyle/>
        <a:p>
          <a:pPr marL="0" lvl="0" indent="0" algn="l" defTabSz="1066800">
            <a:lnSpc>
              <a:spcPct val="90000"/>
            </a:lnSpc>
            <a:spcBef>
              <a:spcPct val="0"/>
            </a:spcBef>
            <a:spcAft>
              <a:spcPct val="35000"/>
            </a:spcAft>
            <a:buNone/>
          </a:pPr>
          <a:r>
            <a:rPr lang="en-IN" sz="2400" b="1" kern="1200">
              <a:solidFill>
                <a:schemeClr val="bg1"/>
              </a:solidFill>
            </a:rPr>
            <a:t>Gender</a:t>
          </a:r>
          <a:endParaRPr lang="en-IN" sz="2400" b="1" kern="1200" dirty="0">
            <a:solidFill>
              <a:schemeClr val="bg1"/>
            </a:solidFill>
          </a:endParaRPr>
        </a:p>
      </dsp:txBody>
      <dsp:txXfrm>
        <a:off x="283741" y="4157238"/>
        <a:ext cx="3626518" cy="399568"/>
      </dsp:txXfrm>
    </dsp:sp>
    <dsp:sp modelId="{CC2828E6-2F7A-4F6D-B9B7-6BC13B4A9A08}">
      <dsp:nvSpPr>
        <dsp:cNvPr id="0" name=""/>
        <dsp:cNvSpPr/>
      </dsp:nvSpPr>
      <dsp:spPr>
        <a:xfrm>
          <a:off x="0" y="5037422"/>
          <a:ext cx="5242500" cy="378000"/>
        </a:xfrm>
        <a:prstGeom prst="rect">
          <a:avLst/>
        </a:prstGeom>
        <a:solidFill>
          <a:schemeClr val="lt1">
            <a:alpha val="90000"/>
            <a:hueOff val="0"/>
            <a:satOff val="0"/>
            <a:lumOff val="0"/>
            <a:alphaOff val="0"/>
          </a:schemeClr>
        </a:solidFill>
        <a:ln w="19050" cap="rnd" cmpd="sng" algn="ctr">
          <a:solidFill>
            <a:schemeClr val="accent4">
              <a:hueOff val="2658761"/>
              <a:satOff val="962"/>
              <a:lumOff val="-7843"/>
              <a:alphaOff val="0"/>
            </a:schemeClr>
          </a:solidFill>
          <a:prstDash val="solid"/>
        </a:ln>
        <a:effectLst/>
      </dsp:spPr>
      <dsp:style>
        <a:lnRef idx="2">
          <a:scrgbClr r="0" g="0" b="0"/>
        </a:lnRef>
        <a:fillRef idx="1">
          <a:scrgbClr r="0" g="0" b="0"/>
        </a:fillRef>
        <a:effectRef idx="0">
          <a:scrgbClr r="0" g="0" b="0"/>
        </a:effectRef>
        <a:fontRef idx="minor"/>
      </dsp:style>
    </dsp:sp>
    <dsp:sp modelId="{D398453B-9B71-4F97-A3A8-637F7D832575}">
      <dsp:nvSpPr>
        <dsp:cNvPr id="0" name=""/>
        <dsp:cNvSpPr/>
      </dsp:nvSpPr>
      <dsp:spPr>
        <a:xfrm>
          <a:off x="262125" y="4816022"/>
          <a:ext cx="3669750" cy="442800"/>
        </a:xfrm>
        <a:prstGeom prst="roundRect">
          <a:avLst/>
        </a:prstGeom>
        <a:solidFill>
          <a:schemeClr val="accent4">
            <a:hueOff val="2658761"/>
            <a:satOff val="962"/>
            <a:lumOff val="-784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8708" tIns="0" rIns="138708" bIns="0" numCol="1" spcCol="1270" anchor="ctr" anchorCtr="0">
          <a:noAutofit/>
        </a:bodyPr>
        <a:lstStyle/>
        <a:p>
          <a:pPr marL="0" lvl="0" indent="0" algn="l" defTabSz="1066800">
            <a:lnSpc>
              <a:spcPct val="90000"/>
            </a:lnSpc>
            <a:spcBef>
              <a:spcPct val="0"/>
            </a:spcBef>
            <a:spcAft>
              <a:spcPct val="35000"/>
            </a:spcAft>
            <a:buNone/>
          </a:pPr>
          <a:r>
            <a:rPr lang="en-IN" sz="2400" b="1" kern="1200">
              <a:solidFill>
                <a:schemeClr val="bg1"/>
              </a:solidFill>
            </a:rPr>
            <a:t>Psychological</a:t>
          </a:r>
          <a:endParaRPr lang="en-IN" sz="2400" b="1" kern="1200" dirty="0">
            <a:solidFill>
              <a:schemeClr val="bg1"/>
            </a:solidFill>
          </a:endParaRPr>
        </a:p>
      </dsp:txBody>
      <dsp:txXfrm>
        <a:off x="283741" y="4837638"/>
        <a:ext cx="3626518" cy="39956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E778D-47BB-410E-AF49-2AF856715717}" type="datetimeFigureOut">
              <a:rPr lang="en-IN" smtClean="0"/>
              <a:t>09-11-2024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F682EC-055E-421C-9C3B-11EA9DDDF582}" type="slidenum">
              <a:rPr lang="en-IN" smtClean="0"/>
              <a:t>‹#›</a:t>
            </a:fld>
            <a:endParaRPr lang="en-IN"/>
          </a:p>
        </p:txBody>
      </p:sp>
    </p:spTree>
    <p:extLst>
      <p:ext uri="{BB962C8B-B14F-4D97-AF65-F5344CB8AC3E}">
        <p14:creationId xmlns:p14="http://schemas.microsoft.com/office/powerpoint/2010/main" val="1874727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0F682EC-055E-421C-9C3B-11EA9DDDF582}" type="slidenum">
              <a:rPr lang="en-IN" smtClean="0"/>
              <a:t>24</a:t>
            </a:fld>
            <a:endParaRPr lang="en-IN"/>
          </a:p>
        </p:txBody>
      </p:sp>
    </p:spTree>
    <p:extLst>
      <p:ext uri="{BB962C8B-B14F-4D97-AF65-F5344CB8AC3E}">
        <p14:creationId xmlns:p14="http://schemas.microsoft.com/office/powerpoint/2010/main" val="15901694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367CC8D-3A9E-4669-BCAC-335C22F974DA}" type="datetime1">
              <a:rPr lang="en-IN" smtClean="0"/>
              <a:t>09-11-2024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B74F6D-C696-44E3-8212-3069F7AC46F6}" type="slidenum">
              <a:rPr lang="en-IN" smtClean="0"/>
              <a:t>‹#›</a:t>
            </a:fld>
            <a:endParaRPr lang="en-IN"/>
          </a:p>
        </p:txBody>
      </p:sp>
    </p:spTree>
    <p:extLst>
      <p:ext uri="{BB962C8B-B14F-4D97-AF65-F5344CB8AC3E}">
        <p14:creationId xmlns:p14="http://schemas.microsoft.com/office/powerpoint/2010/main" val="1890171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p:cNvSpPr>
            <a:spLocks noGrp="1"/>
          </p:cNvSpPr>
          <p:nvPr>
            <p:ph type="dt" sz="half" idx="10"/>
          </p:nvPr>
        </p:nvSpPr>
        <p:spPr/>
        <p:txBody>
          <a:bodyPr/>
          <a:lstStyle/>
          <a:p>
            <a:fld id="{35B36770-A37A-43D8-97E4-229C5724BB54}" type="datetime1">
              <a:rPr lang="en-IN" smtClean="0"/>
              <a:t>09-11-2024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B74F6D-C696-44E3-8212-3069F7AC46F6}" type="slidenum">
              <a:rPr lang="en-IN" smtClean="0"/>
              <a:t>‹#›</a:t>
            </a:fld>
            <a:endParaRPr lang="en-IN"/>
          </a:p>
        </p:txBody>
      </p:sp>
    </p:spTree>
    <p:extLst>
      <p:ext uri="{BB962C8B-B14F-4D97-AF65-F5344CB8AC3E}">
        <p14:creationId xmlns:p14="http://schemas.microsoft.com/office/powerpoint/2010/main" val="1934842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B71DFBA-AD93-4CDE-AE67-50B77F2DD39A}" type="datetime1">
              <a:rPr lang="en-IN" smtClean="0"/>
              <a:t>09-11-2024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B74F6D-C696-44E3-8212-3069F7AC46F6}" type="slidenum">
              <a:rPr lang="en-IN" smtClean="0"/>
              <a:t>‹#›</a:t>
            </a:fld>
            <a:endParaRPr lang="en-IN"/>
          </a:p>
        </p:txBody>
      </p:sp>
    </p:spTree>
    <p:extLst>
      <p:ext uri="{BB962C8B-B14F-4D97-AF65-F5344CB8AC3E}">
        <p14:creationId xmlns:p14="http://schemas.microsoft.com/office/powerpoint/2010/main" val="3434948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A727DB-F2C1-4642-9CE9-EE8F923991F8}" type="datetime1">
              <a:rPr lang="en-IN" smtClean="0"/>
              <a:t>09-11-2024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B74F6D-C696-44E3-8212-3069F7AC46F6}" type="slidenum">
              <a:rPr lang="en-IN" smtClean="0"/>
              <a:t>‹#›</a:t>
            </a:fld>
            <a:endParaRPr lang="en-IN"/>
          </a:p>
        </p:txBody>
      </p:sp>
    </p:spTree>
    <p:extLst>
      <p:ext uri="{BB962C8B-B14F-4D97-AF65-F5344CB8AC3E}">
        <p14:creationId xmlns:p14="http://schemas.microsoft.com/office/powerpoint/2010/main" val="355786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9758650-C468-4663-BC70-9C17B55B0ECA}" type="datetime1">
              <a:rPr lang="en-IN" smtClean="0"/>
              <a:t>09-11-2024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BB74F6D-C696-44E3-8212-3069F7AC46F6}" type="slidenum">
              <a:rPr lang="en-IN" smtClean="0"/>
              <a:t>‹#›</a:t>
            </a:fld>
            <a:endParaRPr lang="en-IN"/>
          </a:p>
        </p:txBody>
      </p:sp>
    </p:spTree>
    <p:extLst>
      <p:ext uri="{BB962C8B-B14F-4D97-AF65-F5344CB8AC3E}">
        <p14:creationId xmlns:p14="http://schemas.microsoft.com/office/powerpoint/2010/main" val="3719835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0A8F7333-C4CD-46D4-81B6-41A7A10ED727}" type="datetime1">
              <a:rPr lang="en-IN" smtClean="0"/>
              <a:t>09-11-2024</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0BB74F6D-C696-44E3-8212-3069F7AC46F6}" type="slidenum">
              <a:rPr lang="en-IN" smtClean="0"/>
              <a:t>‹#›</a:t>
            </a:fld>
            <a:endParaRPr lang="en-IN"/>
          </a:p>
        </p:txBody>
      </p:sp>
    </p:spTree>
    <p:extLst>
      <p:ext uri="{BB962C8B-B14F-4D97-AF65-F5344CB8AC3E}">
        <p14:creationId xmlns:p14="http://schemas.microsoft.com/office/powerpoint/2010/main" val="3531545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4DF84EF-5B03-492E-9327-C0DD15B7DD16}" type="datetime1">
              <a:rPr lang="en-IN" smtClean="0"/>
              <a:t>09-11-2024</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0BB74F6D-C696-44E3-8212-3069F7AC46F6}" type="slidenum">
              <a:rPr lang="en-IN" smtClean="0"/>
              <a:t>‹#›</a:t>
            </a:fld>
            <a:endParaRPr lang="en-IN"/>
          </a:p>
        </p:txBody>
      </p:sp>
    </p:spTree>
    <p:extLst>
      <p:ext uri="{BB962C8B-B14F-4D97-AF65-F5344CB8AC3E}">
        <p14:creationId xmlns:p14="http://schemas.microsoft.com/office/powerpoint/2010/main" val="3524022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820891C6-3329-4083-9588-A0D5FE4332EB}" type="datetime1">
              <a:rPr lang="en-IN" smtClean="0"/>
              <a:t>09-11-2024</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0BB74F6D-C696-44E3-8212-3069F7AC46F6}" type="slidenum">
              <a:rPr lang="en-IN" smtClean="0"/>
              <a:t>‹#›</a:t>
            </a:fld>
            <a:endParaRPr lang="en-IN"/>
          </a:p>
        </p:txBody>
      </p:sp>
    </p:spTree>
    <p:extLst>
      <p:ext uri="{BB962C8B-B14F-4D97-AF65-F5344CB8AC3E}">
        <p14:creationId xmlns:p14="http://schemas.microsoft.com/office/powerpoint/2010/main" val="2585499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C61F663-BDDB-4155-81A8-BA6494758244}" type="datetime1">
              <a:rPr lang="en-IN" smtClean="0"/>
              <a:t>09-11-2024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B74F6D-C696-44E3-8212-3069F7AC46F6}" type="slidenum">
              <a:rPr lang="en-IN" smtClean="0"/>
              <a:t>‹#›</a:t>
            </a:fld>
            <a:endParaRPr lang="en-IN"/>
          </a:p>
        </p:txBody>
      </p:sp>
    </p:spTree>
    <p:extLst>
      <p:ext uri="{BB962C8B-B14F-4D97-AF65-F5344CB8AC3E}">
        <p14:creationId xmlns:p14="http://schemas.microsoft.com/office/powerpoint/2010/main" val="1927230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E48AC79-4456-4966-BE6E-DFBD892E1178}" type="datetime1">
              <a:rPr lang="en-IN" smtClean="0"/>
              <a:t>09-11-2024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B74F6D-C696-44E3-8212-3069F7AC46F6}" type="slidenum">
              <a:rPr lang="en-IN" smtClean="0"/>
              <a:t>‹#›</a:t>
            </a:fld>
            <a:endParaRPr lang="en-IN"/>
          </a:p>
        </p:txBody>
      </p:sp>
    </p:spTree>
    <p:extLst>
      <p:ext uri="{BB962C8B-B14F-4D97-AF65-F5344CB8AC3E}">
        <p14:creationId xmlns:p14="http://schemas.microsoft.com/office/powerpoint/2010/main" val="2886840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3E204EEB-FD46-499B-B6EF-6A46548C1788}" type="datetime1">
              <a:rPr lang="en-IN" smtClean="0"/>
              <a:t>09-11-2024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B74F6D-C696-44E3-8212-3069F7AC46F6}" type="slidenum">
              <a:rPr lang="en-IN" smtClean="0"/>
              <a:t>‹#›</a:t>
            </a:fld>
            <a:endParaRPr lang="en-IN"/>
          </a:p>
        </p:txBody>
      </p:sp>
    </p:spTree>
    <p:extLst>
      <p:ext uri="{BB962C8B-B14F-4D97-AF65-F5344CB8AC3E}">
        <p14:creationId xmlns:p14="http://schemas.microsoft.com/office/powerpoint/2010/main" val="38732739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33E59015-A6FA-4DDC-BBAA-2C7E12115682}" type="datetime1">
              <a:rPr lang="en-IN" smtClean="0"/>
              <a:t>09-11-2024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B74F6D-C696-44E3-8212-3069F7AC46F6}"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0118057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E7DD0AE-4320-4CE0-ABB6-A959C38D2AA3}" type="datetime1">
              <a:rPr lang="en-IN" smtClean="0"/>
              <a:t>09-11-2024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B74F6D-C696-44E3-8212-3069F7AC46F6}" type="slidenum">
              <a:rPr lang="en-IN" smtClean="0"/>
              <a:t>‹#›</a:t>
            </a:fld>
            <a:endParaRPr lang="en-IN"/>
          </a:p>
        </p:txBody>
      </p:sp>
    </p:spTree>
    <p:extLst>
      <p:ext uri="{BB962C8B-B14F-4D97-AF65-F5344CB8AC3E}">
        <p14:creationId xmlns:p14="http://schemas.microsoft.com/office/powerpoint/2010/main" val="6824519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6CC8848-64F9-47B4-8522-B97B6773B389}" type="datetime1">
              <a:rPr lang="en-IN" smtClean="0"/>
              <a:t>09-11-2024</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B74F6D-C696-44E3-8212-3069F7AC46F6}" type="slidenum">
              <a:rPr lang="en-IN" smtClean="0"/>
              <a:t>‹#›</a:t>
            </a:fld>
            <a:endParaRPr lang="en-IN"/>
          </a:p>
        </p:txBody>
      </p:sp>
    </p:spTree>
    <p:extLst>
      <p:ext uri="{BB962C8B-B14F-4D97-AF65-F5344CB8AC3E}">
        <p14:creationId xmlns:p14="http://schemas.microsoft.com/office/powerpoint/2010/main" val="17918136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2759999-131F-4CA8-8CC8-D4864A747B99}" type="datetime1">
              <a:rPr lang="en-IN" smtClean="0"/>
              <a:t>09-11-2024</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B74F6D-C696-44E3-8212-3069F7AC46F6}" type="slidenum">
              <a:rPr lang="en-IN" smtClean="0"/>
              <a:t>‹#›</a:t>
            </a:fld>
            <a:endParaRPr lang="en-IN"/>
          </a:p>
        </p:txBody>
      </p:sp>
    </p:spTree>
    <p:extLst>
      <p:ext uri="{BB962C8B-B14F-4D97-AF65-F5344CB8AC3E}">
        <p14:creationId xmlns:p14="http://schemas.microsoft.com/office/powerpoint/2010/main" val="17941996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463809-A150-4396-8A6E-EF46FBE53FF1}" type="datetime1">
              <a:rPr lang="en-IN" smtClean="0"/>
              <a:t>09-11-2024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B74F6D-C696-44E3-8212-3069F7AC46F6}" type="slidenum">
              <a:rPr lang="en-IN" smtClean="0"/>
              <a:t>‹#›</a:t>
            </a:fld>
            <a:endParaRPr lang="en-IN"/>
          </a:p>
        </p:txBody>
      </p:sp>
    </p:spTree>
    <p:extLst>
      <p:ext uri="{BB962C8B-B14F-4D97-AF65-F5344CB8AC3E}">
        <p14:creationId xmlns:p14="http://schemas.microsoft.com/office/powerpoint/2010/main" val="39337986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316D4C-C9D5-4C8B-BE9D-D679F19EFE9C}" type="datetime1">
              <a:rPr lang="en-IN" smtClean="0"/>
              <a:t>09-11-2024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B74F6D-C696-44E3-8212-3069F7AC46F6}" type="slidenum">
              <a:rPr lang="en-IN" smtClean="0"/>
              <a:t>‹#›</a:t>
            </a:fld>
            <a:endParaRPr lang="en-IN"/>
          </a:p>
        </p:txBody>
      </p:sp>
    </p:spTree>
    <p:extLst>
      <p:ext uri="{BB962C8B-B14F-4D97-AF65-F5344CB8AC3E}">
        <p14:creationId xmlns:p14="http://schemas.microsoft.com/office/powerpoint/2010/main" val="3115694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A0FDF0B-D5DA-4634-9D2B-E0E1BC386666}" type="datetime1">
              <a:rPr lang="en-IN" smtClean="0"/>
              <a:t>09-11-2024</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BB74F6D-C696-44E3-8212-3069F7AC46F6}" type="slidenum">
              <a:rPr lang="en-IN" smtClean="0"/>
              <a:t>‹#›</a:t>
            </a:fld>
            <a:endParaRPr lang="en-IN"/>
          </a:p>
        </p:txBody>
      </p:sp>
    </p:spTree>
    <p:extLst>
      <p:ext uri="{BB962C8B-B14F-4D97-AF65-F5344CB8AC3E}">
        <p14:creationId xmlns:p14="http://schemas.microsoft.com/office/powerpoint/2010/main" val="956605415"/>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Communication </a:t>
            </a:r>
          </a:p>
        </p:txBody>
      </p:sp>
      <p:sp>
        <p:nvSpPr>
          <p:cNvPr id="7" name="Subtitle 6">
            <a:extLst>
              <a:ext uri="{FF2B5EF4-FFF2-40B4-BE49-F238E27FC236}">
                <a16:creationId xmlns:a16="http://schemas.microsoft.com/office/drawing/2014/main" id="{BB927A95-0D95-5F51-E103-780135D9AAA7}"/>
              </a:ext>
            </a:extLst>
          </p:cNvPr>
          <p:cNvSpPr>
            <a:spLocks noGrp="1"/>
          </p:cNvSpPr>
          <p:nvPr>
            <p:ph type="subTitle" idx="1"/>
          </p:nvPr>
        </p:nvSpPr>
        <p:spPr/>
        <p:txBody>
          <a:bodyPr>
            <a:normAutofit/>
          </a:bodyPr>
          <a:lstStyle/>
          <a:p>
            <a:r>
              <a:rPr lang="en-US" sz="3200" dirty="0"/>
              <a:t>Module 1</a:t>
            </a:r>
            <a:endParaRPr lang="en-IN" sz="3200" dirty="0"/>
          </a:p>
        </p:txBody>
      </p:sp>
      <p:sp>
        <p:nvSpPr>
          <p:cNvPr id="4" name="Slide Number Placeholder 3"/>
          <p:cNvSpPr>
            <a:spLocks noGrp="1"/>
          </p:cNvSpPr>
          <p:nvPr>
            <p:ph type="sldNum" sz="quarter" idx="12"/>
          </p:nvPr>
        </p:nvSpPr>
        <p:spPr/>
        <p:txBody>
          <a:bodyPr/>
          <a:lstStyle/>
          <a:p>
            <a:fld id="{0BB74F6D-C696-44E3-8212-3069F7AC46F6}" type="slidenum">
              <a:rPr lang="en-IN" smtClean="0"/>
              <a:pPr/>
              <a:t>1</a:t>
            </a:fld>
            <a:endParaRPr lang="en-IN"/>
          </a:p>
        </p:txBody>
      </p:sp>
    </p:spTree>
    <p:extLst>
      <p:ext uri="{BB962C8B-B14F-4D97-AF65-F5344CB8AC3E}">
        <p14:creationId xmlns:p14="http://schemas.microsoft.com/office/powerpoint/2010/main" val="875927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Communication</a:t>
            </a:r>
            <a:endParaRPr lang="en-IN" dirty="0"/>
          </a:p>
        </p:txBody>
      </p:sp>
      <p:sp>
        <p:nvSpPr>
          <p:cNvPr id="3" name="Content Placeholder 2"/>
          <p:cNvSpPr>
            <a:spLocks noGrp="1"/>
          </p:cNvSpPr>
          <p:nvPr>
            <p:ph idx="1"/>
          </p:nvPr>
        </p:nvSpPr>
        <p:spPr>
          <a:xfrm>
            <a:off x="875200" y="1331259"/>
            <a:ext cx="8946541" cy="4195481"/>
          </a:xfrm>
        </p:spPr>
        <p:txBody>
          <a:bodyPr/>
          <a:lstStyle/>
          <a:p>
            <a:r>
              <a:rPr lang="en-US" dirty="0"/>
              <a:t>Latin word ‘</a:t>
            </a:r>
            <a:r>
              <a:rPr lang="en-US" dirty="0" err="1"/>
              <a:t>communis</a:t>
            </a:r>
            <a:r>
              <a:rPr lang="en-US" dirty="0"/>
              <a:t>’ which means ‘to share’. Communication means the meaningful exchange of information between two or more participants.</a:t>
            </a:r>
            <a:endParaRPr lang="en-IN" dirty="0"/>
          </a:p>
        </p:txBody>
      </p:sp>
      <p:sp>
        <p:nvSpPr>
          <p:cNvPr id="4" name="Slide Number Placeholder 3"/>
          <p:cNvSpPr>
            <a:spLocks noGrp="1"/>
          </p:cNvSpPr>
          <p:nvPr>
            <p:ph type="sldNum" sz="quarter" idx="12"/>
          </p:nvPr>
        </p:nvSpPr>
        <p:spPr/>
        <p:txBody>
          <a:bodyPr/>
          <a:lstStyle/>
          <a:p>
            <a:fld id="{0BB74F6D-C696-44E3-8212-3069F7AC46F6}" type="slidenum">
              <a:rPr lang="en-IN" smtClean="0"/>
              <a:pPr/>
              <a:t>2</a:t>
            </a:fld>
            <a:endParaRPr lang="en-IN"/>
          </a:p>
        </p:txBody>
      </p:sp>
      <p:pic>
        <p:nvPicPr>
          <p:cNvPr id="1026" name="Picture 2" descr="Image result for communication pictur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6955" y="2309757"/>
            <a:ext cx="3931516" cy="339275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miscommunication pictur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4806" y="2309757"/>
            <a:ext cx="2809875" cy="3438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515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dirty="0"/>
              <a:t>Process of Communication</a:t>
            </a:r>
            <a:br>
              <a:rPr lang="en-IN" dirty="0"/>
            </a:br>
            <a:endParaRPr lang="en-IN" dirty="0"/>
          </a:p>
        </p:txBody>
      </p:sp>
      <p:sp>
        <p:nvSpPr>
          <p:cNvPr id="4" name="Slide Number Placeholder 3"/>
          <p:cNvSpPr>
            <a:spLocks noGrp="1"/>
          </p:cNvSpPr>
          <p:nvPr>
            <p:ph type="sldNum" sz="quarter" idx="12"/>
          </p:nvPr>
        </p:nvSpPr>
        <p:spPr/>
        <p:txBody>
          <a:bodyPr/>
          <a:lstStyle/>
          <a:p>
            <a:fld id="{0BB74F6D-C696-44E3-8212-3069F7AC46F6}" type="slidenum">
              <a:rPr lang="en-IN" smtClean="0"/>
              <a:pPr/>
              <a:t>3</a:t>
            </a:fld>
            <a:endParaRPr lang="en-IN"/>
          </a:p>
        </p:txBody>
      </p:sp>
      <p:pic>
        <p:nvPicPr>
          <p:cNvPr id="2050" name="Picture 2" descr="Image result for Process of Communic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111" y="1728151"/>
            <a:ext cx="6219450" cy="3600000"/>
          </a:xfrm>
          <a:prstGeom prst="rect">
            <a:avLst/>
          </a:prstGeom>
          <a:noFill/>
          <a:extLst>
            <a:ext uri="{909E8E84-426E-40DD-AFC4-6F175D3DCCD1}">
              <a14:hiddenFill xmlns:a14="http://schemas.microsoft.com/office/drawing/2010/main">
                <a:solidFill>
                  <a:srgbClr val="FFFFFF"/>
                </a:solidFill>
              </a14:hiddenFill>
            </a:ext>
          </a:extLst>
        </p:spPr>
      </p:pic>
      <p:sp>
        <p:nvSpPr>
          <p:cNvPr id="11" name="Content Placeholder 2">
            <a:extLst>
              <a:ext uri="{FF2B5EF4-FFF2-40B4-BE49-F238E27FC236}">
                <a16:creationId xmlns:a16="http://schemas.microsoft.com/office/drawing/2014/main" id="{BF39F5C8-CE4E-602F-3239-6A0D44E990D1}"/>
              </a:ext>
            </a:extLst>
          </p:cNvPr>
          <p:cNvSpPr>
            <a:spLocks noGrp="1"/>
          </p:cNvSpPr>
          <p:nvPr>
            <p:ph idx="1"/>
          </p:nvPr>
        </p:nvSpPr>
        <p:spPr>
          <a:xfrm>
            <a:off x="7091264" y="1548882"/>
            <a:ext cx="4851919" cy="4699517"/>
          </a:xfrm>
        </p:spPr>
        <p:txBody>
          <a:bodyPr>
            <a:normAutofit fontScale="85000" lnSpcReduction="20000"/>
          </a:bodyPr>
          <a:lstStyle/>
          <a:p>
            <a:pPr marL="0" indent="0">
              <a:buNone/>
            </a:pPr>
            <a:r>
              <a:rPr lang="en-US" dirty="0"/>
              <a:t>It consists of 7 elements:</a:t>
            </a:r>
            <a:endParaRPr lang="en-IN" dirty="0"/>
          </a:p>
          <a:p>
            <a:pPr lvl="1">
              <a:lnSpc>
                <a:spcPct val="120000"/>
              </a:lnSpc>
              <a:buFont typeface="Wingdings" panose="05000000000000000000" pitchFamily="2" charset="2"/>
              <a:buChar char="§"/>
            </a:pPr>
            <a:r>
              <a:rPr lang="en-US" dirty="0"/>
              <a:t>Sender- idea to be shared</a:t>
            </a:r>
            <a:endParaRPr lang="en-IN" dirty="0"/>
          </a:p>
          <a:p>
            <a:pPr lvl="1">
              <a:lnSpc>
                <a:spcPct val="120000"/>
              </a:lnSpc>
              <a:buFont typeface="Wingdings" panose="05000000000000000000" pitchFamily="2" charset="2"/>
              <a:buChar char="§"/>
            </a:pPr>
            <a:r>
              <a:rPr lang="en-US" dirty="0"/>
              <a:t>Encoding- ideas and facts into words, symbols, pictures or gestures 	</a:t>
            </a:r>
            <a:endParaRPr lang="en-IN" dirty="0"/>
          </a:p>
          <a:p>
            <a:pPr lvl="1">
              <a:lnSpc>
                <a:spcPct val="120000"/>
              </a:lnSpc>
              <a:buFont typeface="Wingdings" panose="05000000000000000000" pitchFamily="2" charset="2"/>
              <a:buChar char="§"/>
            </a:pPr>
            <a:r>
              <a:rPr lang="en-US" dirty="0"/>
              <a:t>Message-what is being communicated, may be verbal or non-verbal</a:t>
            </a:r>
            <a:endParaRPr lang="en-IN" dirty="0"/>
          </a:p>
          <a:p>
            <a:pPr lvl="1">
              <a:lnSpc>
                <a:spcPct val="120000"/>
              </a:lnSpc>
              <a:buFont typeface="Wingdings" panose="05000000000000000000" pitchFamily="2" charset="2"/>
              <a:buChar char="§"/>
            </a:pPr>
            <a:r>
              <a:rPr lang="en-US" dirty="0"/>
              <a:t>Channel- medium through which message is transmitted to the sender</a:t>
            </a:r>
            <a:endParaRPr lang="en-IN" dirty="0"/>
          </a:p>
          <a:p>
            <a:pPr lvl="1">
              <a:lnSpc>
                <a:spcPct val="120000"/>
              </a:lnSpc>
              <a:buFont typeface="Wingdings" panose="05000000000000000000" pitchFamily="2" charset="2"/>
              <a:buChar char="§"/>
            </a:pPr>
            <a:r>
              <a:rPr lang="en-US" dirty="0"/>
              <a:t>Receiver- any person who notices and attaches some to a message/ destination for the message. He may be a listener, a reader or a viewer</a:t>
            </a:r>
            <a:endParaRPr lang="en-IN" dirty="0"/>
          </a:p>
          <a:p>
            <a:pPr lvl="1">
              <a:lnSpc>
                <a:spcPct val="120000"/>
              </a:lnSpc>
              <a:buFont typeface="Wingdings" panose="05000000000000000000" pitchFamily="2" charset="2"/>
              <a:buChar char="§"/>
            </a:pPr>
            <a:r>
              <a:rPr lang="en-US" dirty="0"/>
              <a:t>Decoding-receiver translates  and interprets it to attain meaning</a:t>
            </a:r>
            <a:endParaRPr lang="en-IN" dirty="0"/>
          </a:p>
          <a:p>
            <a:pPr lvl="1">
              <a:lnSpc>
                <a:spcPct val="120000"/>
              </a:lnSpc>
              <a:buFont typeface="Wingdings" panose="05000000000000000000" pitchFamily="2" charset="2"/>
              <a:buChar char="§"/>
            </a:pPr>
            <a:r>
              <a:rPr lang="en-US" dirty="0"/>
              <a:t>Feedback-  receiver reacts or responds to the communication sent by the sender</a:t>
            </a:r>
            <a:endParaRPr lang="en-IN" dirty="0"/>
          </a:p>
          <a:p>
            <a:endParaRPr lang="en-IN" dirty="0"/>
          </a:p>
        </p:txBody>
      </p:sp>
    </p:spTree>
    <p:extLst>
      <p:ext uri="{BB962C8B-B14F-4D97-AF65-F5344CB8AC3E}">
        <p14:creationId xmlns:p14="http://schemas.microsoft.com/office/powerpoint/2010/main" val="1245785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Communication</a:t>
            </a:r>
            <a:br>
              <a:rPr lang="en-IN" dirty="0"/>
            </a:br>
            <a:br>
              <a:rPr lang="en-IN" dirty="0"/>
            </a:br>
            <a:endParaRPr lang="en-IN" dirty="0"/>
          </a:p>
        </p:txBody>
      </p:sp>
      <p:sp>
        <p:nvSpPr>
          <p:cNvPr id="3" name="Content Placeholder 2"/>
          <p:cNvSpPr>
            <a:spLocks noGrp="1"/>
          </p:cNvSpPr>
          <p:nvPr>
            <p:ph idx="1"/>
          </p:nvPr>
        </p:nvSpPr>
        <p:spPr/>
        <p:txBody>
          <a:bodyPr/>
          <a:lstStyle/>
          <a:p>
            <a:pPr lvl="0">
              <a:buFont typeface="Wingdings" panose="05000000000000000000" pitchFamily="2" charset="2"/>
              <a:buChar char="§"/>
            </a:pPr>
            <a:r>
              <a:rPr lang="en-US" dirty="0"/>
              <a:t>Growing specialization</a:t>
            </a:r>
            <a:endParaRPr lang="en-IN" dirty="0"/>
          </a:p>
          <a:p>
            <a:pPr lvl="0">
              <a:buFont typeface="Wingdings" panose="05000000000000000000" pitchFamily="2" charset="2"/>
              <a:buChar char="§"/>
            </a:pPr>
            <a:r>
              <a:rPr lang="en-US" dirty="0"/>
              <a:t>Technological advancements</a:t>
            </a:r>
            <a:endParaRPr lang="en-IN" dirty="0"/>
          </a:p>
          <a:p>
            <a:pPr lvl="0">
              <a:buFont typeface="Wingdings" panose="05000000000000000000" pitchFamily="2" charset="2"/>
              <a:buChar char="§"/>
            </a:pPr>
            <a:r>
              <a:rPr lang="en-US" dirty="0"/>
              <a:t>Competition</a:t>
            </a:r>
            <a:endParaRPr lang="en-IN" dirty="0"/>
          </a:p>
          <a:p>
            <a:pPr lvl="0">
              <a:buFont typeface="Wingdings" panose="05000000000000000000" pitchFamily="2" charset="2"/>
              <a:buChar char="§"/>
            </a:pPr>
            <a:r>
              <a:rPr lang="en-US" dirty="0"/>
              <a:t>Human relations </a:t>
            </a:r>
            <a:endParaRPr lang="en-IN" dirty="0"/>
          </a:p>
          <a:p>
            <a:pPr lvl="0">
              <a:buFont typeface="Wingdings" panose="05000000000000000000" pitchFamily="2" charset="2"/>
              <a:buChar char="§"/>
            </a:pPr>
            <a:r>
              <a:rPr lang="en-US" dirty="0"/>
              <a:t>Public relations </a:t>
            </a:r>
            <a:endParaRPr lang="en-IN" dirty="0"/>
          </a:p>
          <a:p>
            <a:pPr lvl="0">
              <a:buFont typeface="Wingdings" panose="05000000000000000000" pitchFamily="2" charset="2"/>
              <a:buChar char="§"/>
            </a:pPr>
            <a:r>
              <a:rPr lang="en-US" dirty="0"/>
              <a:t>Personal asset</a:t>
            </a:r>
            <a:endParaRPr lang="en-IN" dirty="0"/>
          </a:p>
          <a:p>
            <a:endParaRPr lang="en-IN" dirty="0"/>
          </a:p>
        </p:txBody>
      </p:sp>
      <p:sp>
        <p:nvSpPr>
          <p:cNvPr id="4" name="Slide Number Placeholder 3"/>
          <p:cNvSpPr>
            <a:spLocks noGrp="1"/>
          </p:cNvSpPr>
          <p:nvPr>
            <p:ph type="sldNum" sz="quarter" idx="12"/>
          </p:nvPr>
        </p:nvSpPr>
        <p:spPr/>
        <p:txBody>
          <a:bodyPr/>
          <a:lstStyle/>
          <a:p>
            <a:fld id="{0BB74F6D-C696-44E3-8212-3069F7AC46F6}" type="slidenum">
              <a:rPr lang="en-IN" smtClean="0"/>
              <a:pPr/>
              <a:t>4</a:t>
            </a:fld>
            <a:endParaRPr lang="en-IN"/>
          </a:p>
        </p:txBody>
      </p:sp>
    </p:spTree>
    <p:extLst>
      <p:ext uri="{BB962C8B-B14F-4D97-AF65-F5344CB8AC3E}">
        <p14:creationId xmlns:p14="http://schemas.microsoft.com/office/powerpoint/2010/main" val="1760621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F49A0-0A74-12DA-87B1-6E828DFF32DF}"/>
              </a:ext>
            </a:extLst>
          </p:cNvPr>
          <p:cNvSpPr>
            <a:spLocks noGrp="1"/>
          </p:cNvSpPr>
          <p:nvPr>
            <p:ph type="title"/>
          </p:nvPr>
        </p:nvSpPr>
        <p:spPr/>
        <p:txBody>
          <a:bodyPr/>
          <a:lstStyle/>
          <a:p>
            <a:r>
              <a:rPr lang="en-US" dirty="0"/>
              <a:t>Features of successful Professional Communication</a:t>
            </a:r>
            <a:endParaRPr lang="en-IN" dirty="0"/>
          </a:p>
        </p:txBody>
      </p:sp>
      <p:sp>
        <p:nvSpPr>
          <p:cNvPr id="3" name="Content Placeholder 2">
            <a:extLst>
              <a:ext uri="{FF2B5EF4-FFF2-40B4-BE49-F238E27FC236}">
                <a16:creationId xmlns:a16="http://schemas.microsoft.com/office/drawing/2014/main" id="{43F45548-EBB0-F1B1-17C6-36BC76DB494B}"/>
              </a:ext>
            </a:extLst>
          </p:cNvPr>
          <p:cNvSpPr>
            <a:spLocks noGrp="1"/>
          </p:cNvSpPr>
          <p:nvPr>
            <p:ph idx="1"/>
          </p:nvPr>
        </p:nvSpPr>
        <p:spPr/>
        <p:txBody>
          <a:bodyPr>
            <a:normAutofit lnSpcReduction="10000"/>
          </a:bodyPr>
          <a:lstStyle/>
          <a:p>
            <a:r>
              <a:rPr lang="en-US" dirty="0"/>
              <a:t>Communication is a non-verbal process by which information is transmitted between individuals and / or organizations so that an understanding may develop among them.</a:t>
            </a:r>
          </a:p>
          <a:p>
            <a:r>
              <a:rPr lang="en-US" dirty="0"/>
              <a:t>Communication is a continuous process of meaningful interactions among persons in an organization that results in meanings being perceived and understood in a desired way.</a:t>
            </a:r>
          </a:p>
          <a:p>
            <a:r>
              <a:rPr lang="en-US" dirty="0"/>
              <a:t>The role of the sender and receiver keeps changing in the entire communication activity.</a:t>
            </a:r>
          </a:p>
          <a:p>
            <a:r>
              <a:rPr lang="en-US" dirty="0"/>
              <a:t>Communication broadly includes both verbal and non-verbal forms. It is an art or technique of persuasion through the use of oral, written and non-verbal features.</a:t>
            </a:r>
          </a:p>
          <a:p>
            <a:r>
              <a:rPr lang="en-US" dirty="0"/>
              <a:t>It is a process which transmits and disseminates important ideas, thoughts, feelings, plans etc.</a:t>
            </a:r>
            <a:endParaRPr lang="en-IN" dirty="0"/>
          </a:p>
        </p:txBody>
      </p:sp>
      <p:sp>
        <p:nvSpPr>
          <p:cNvPr id="4" name="Slide Number Placeholder 3">
            <a:extLst>
              <a:ext uri="{FF2B5EF4-FFF2-40B4-BE49-F238E27FC236}">
                <a16:creationId xmlns:a16="http://schemas.microsoft.com/office/drawing/2014/main" id="{9774FC67-0C79-E51A-6723-0AC4D5A988D8}"/>
              </a:ext>
            </a:extLst>
          </p:cNvPr>
          <p:cNvSpPr>
            <a:spLocks noGrp="1"/>
          </p:cNvSpPr>
          <p:nvPr>
            <p:ph type="sldNum" sz="quarter" idx="12"/>
          </p:nvPr>
        </p:nvSpPr>
        <p:spPr/>
        <p:txBody>
          <a:bodyPr/>
          <a:lstStyle/>
          <a:p>
            <a:fld id="{0BB74F6D-C696-44E3-8212-3069F7AC46F6}" type="slidenum">
              <a:rPr lang="en-IN" smtClean="0"/>
              <a:t>5</a:t>
            </a:fld>
            <a:endParaRPr lang="en-IN"/>
          </a:p>
        </p:txBody>
      </p:sp>
    </p:spTree>
    <p:extLst>
      <p:ext uri="{BB962C8B-B14F-4D97-AF65-F5344CB8AC3E}">
        <p14:creationId xmlns:p14="http://schemas.microsoft.com/office/powerpoint/2010/main" val="910842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69467-39C2-A050-09B7-86CBDB8B6E01}"/>
              </a:ext>
            </a:extLst>
          </p:cNvPr>
          <p:cNvSpPr>
            <a:spLocks noGrp="1"/>
          </p:cNvSpPr>
          <p:nvPr>
            <p:ph type="title"/>
          </p:nvPr>
        </p:nvSpPr>
        <p:spPr/>
        <p:txBody>
          <a:bodyPr/>
          <a:lstStyle/>
          <a:p>
            <a:r>
              <a:rPr lang="en-US" dirty="0"/>
              <a:t>Types of Communication</a:t>
            </a:r>
            <a:endParaRPr lang="en-IN" dirty="0"/>
          </a:p>
        </p:txBody>
      </p:sp>
      <p:sp>
        <p:nvSpPr>
          <p:cNvPr id="3" name="Content Placeholder 2">
            <a:extLst>
              <a:ext uri="{FF2B5EF4-FFF2-40B4-BE49-F238E27FC236}">
                <a16:creationId xmlns:a16="http://schemas.microsoft.com/office/drawing/2014/main" id="{EF085FB2-4F03-FC0C-12CB-D579D0649CD1}"/>
              </a:ext>
            </a:extLst>
          </p:cNvPr>
          <p:cNvSpPr>
            <a:spLocks noGrp="1"/>
          </p:cNvSpPr>
          <p:nvPr>
            <p:ph idx="1"/>
          </p:nvPr>
        </p:nvSpPr>
        <p:spPr/>
        <p:txBody>
          <a:bodyPr/>
          <a:lstStyle/>
          <a:p>
            <a:r>
              <a:rPr lang="en-US" sz="2400" b="1" dirty="0"/>
              <a:t>Verbal Communication</a:t>
            </a:r>
          </a:p>
          <a:p>
            <a:r>
              <a:rPr lang="en-US" sz="2400" b="1" dirty="0"/>
              <a:t>Non verbal Communication</a:t>
            </a:r>
            <a:endParaRPr lang="en-IN" sz="2400" b="1" dirty="0"/>
          </a:p>
        </p:txBody>
      </p:sp>
      <p:sp>
        <p:nvSpPr>
          <p:cNvPr id="4" name="Slide Number Placeholder 3">
            <a:extLst>
              <a:ext uri="{FF2B5EF4-FFF2-40B4-BE49-F238E27FC236}">
                <a16:creationId xmlns:a16="http://schemas.microsoft.com/office/drawing/2014/main" id="{A20BF617-5E79-7913-1977-D630F30B65EE}"/>
              </a:ext>
            </a:extLst>
          </p:cNvPr>
          <p:cNvSpPr>
            <a:spLocks noGrp="1"/>
          </p:cNvSpPr>
          <p:nvPr>
            <p:ph type="sldNum" sz="quarter" idx="12"/>
          </p:nvPr>
        </p:nvSpPr>
        <p:spPr/>
        <p:txBody>
          <a:bodyPr/>
          <a:lstStyle/>
          <a:p>
            <a:fld id="{0BB74F6D-C696-44E3-8212-3069F7AC46F6}" type="slidenum">
              <a:rPr lang="en-IN" smtClean="0"/>
              <a:t>6</a:t>
            </a:fld>
            <a:endParaRPr lang="en-IN"/>
          </a:p>
        </p:txBody>
      </p:sp>
    </p:spTree>
    <p:extLst>
      <p:ext uri="{BB962C8B-B14F-4D97-AF65-F5344CB8AC3E}">
        <p14:creationId xmlns:p14="http://schemas.microsoft.com/office/powerpoint/2010/main" val="1298579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30825-077F-731C-5B0B-C8ADAB9440D5}"/>
              </a:ext>
            </a:extLst>
          </p:cNvPr>
          <p:cNvSpPr>
            <a:spLocks noGrp="1"/>
          </p:cNvSpPr>
          <p:nvPr>
            <p:ph type="title"/>
          </p:nvPr>
        </p:nvSpPr>
        <p:spPr/>
        <p:txBody>
          <a:bodyPr/>
          <a:lstStyle/>
          <a:p>
            <a:r>
              <a:rPr lang="en-IN" dirty="0"/>
              <a:t>Verbal communication- 2 Types</a:t>
            </a:r>
          </a:p>
        </p:txBody>
      </p:sp>
      <p:sp>
        <p:nvSpPr>
          <p:cNvPr id="3" name="Content Placeholder 2">
            <a:extLst>
              <a:ext uri="{FF2B5EF4-FFF2-40B4-BE49-F238E27FC236}">
                <a16:creationId xmlns:a16="http://schemas.microsoft.com/office/drawing/2014/main" id="{79E3B469-A76E-A82F-F76B-67C01CDEA536}"/>
              </a:ext>
            </a:extLst>
          </p:cNvPr>
          <p:cNvSpPr>
            <a:spLocks noGrp="1"/>
          </p:cNvSpPr>
          <p:nvPr>
            <p:ph idx="1"/>
          </p:nvPr>
        </p:nvSpPr>
        <p:spPr>
          <a:xfrm>
            <a:off x="1103312" y="868218"/>
            <a:ext cx="8946541" cy="5380181"/>
          </a:xfrm>
        </p:spPr>
        <p:txBody>
          <a:bodyPr>
            <a:normAutofit/>
          </a:bodyPr>
          <a:lstStyle/>
          <a:p>
            <a:pPr marL="0" indent="0">
              <a:buNone/>
            </a:pPr>
            <a:endParaRPr lang="en-IN" sz="3200" dirty="0"/>
          </a:p>
          <a:p>
            <a:endParaRPr lang="en-IN" sz="3200" dirty="0"/>
          </a:p>
          <a:p>
            <a:pPr lvl="1">
              <a:buFont typeface="Wingdings" panose="05000000000000000000" pitchFamily="2" charset="2"/>
              <a:buChar char="v"/>
            </a:pPr>
            <a:r>
              <a:rPr lang="en-IN" sz="2800" dirty="0"/>
              <a:t>Oral Communication</a:t>
            </a:r>
            <a:r>
              <a:rPr lang="en-IN" sz="2400" dirty="0"/>
              <a:t>: a face to face interaction between the sender and the receiver. Ex: Presentations, deliver speeches, participate in group discussions, appear for interviews or simply interact with somebody.</a:t>
            </a:r>
          </a:p>
          <a:p>
            <a:pPr lvl="1">
              <a:buFont typeface="Wingdings" panose="05000000000000000000" pitchFamily="2" charset="2"/>
              <a:buChar char="v"/>
            </a:pPr>
            <a:r>
              <a:rPr lang="en-IN" sz="3000" dirty="0"/>
              <a:t>Written Communication: </a:t>
            </a:r>
            <a:r>
              <a:rPr lang="en-IN" sz="2400" dirty="0"/>
              <a:t>The sender uses the written mode to transmit his/her messages. Ex: Reports, proposals, books, handbooks, letters, emails etc. It is routinely used for documentation purposes in business and government organizations.</a:t>
            </a:r>
          </a:p>
        </p:txBody>
      </p:sp>
      <p:sp>
        <p:nvSpPr>
          <p:cNvPr id="4" name="Slide Number Placeholder 3">
            <a:extLst>
              <a:ext uri="{FF2B5EF4-FFF2-40B4-BE49-F238E27FC236}">
                <a16:creationId xmlns:a16="http://schemas.microsoft.com/office/drawing/2014/main" id="{178385FA-33C3-2404-448B-4F20477A75F8}"/>
              </a:ext>
            </a:extLst>
          </p:cNvPr>
          <p:cNvSpPr>
            <a:spLocks noGrp="1"/>
          </p:cNvSpPr>
          <p:nvPr>
            <p:ph type="sldNum" sz="quarter" idx="12"/>
          </p:nvPr>
        </p:nvSpPr>
        <p:spPr/>
        <p:txBody>
          <a:bodyPr/>
          <a:lstStyle/>
          <a:p>
            <a:fld id="{0BB74F6D-C696-44E3-8212-3069F7AC46F6}" type="slidenum">
              <a:rPr lang="en-IN" smtClean="0"/>
              <a:t>7</a:t>
            </a:fld>
            <a:endParaRPr lang="en-IN"/>
          </a:p>
        </p:txBody>
      </p:sp>
    </p:spTree>
    <p:extLst>
      <p:ext uri="{BB962C8B-B14F-4D97-AF65-F5344CB8AC3E}">
        <p14:creationId xmlns:p14="http://schemas.microsoft.com/office/powerpoint/2010/main" val="3068091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Oral Communication</a:t>
            </a:r>
            <a:endParaRPr lang="en-IN" dirty="0"/>
          </a:p>
        </p:txBody>
      </p:sp>
      <p:sp>
        <p:nvSpPr>
          <p:cNvPr id="3" name="Content Placeholder 2"/>
          <p:cNvSpPr>
            <a:spLocks noGrp="1"/>
          </p:cNvSpPr>
          <p:nvPr>
            <p:ph idx="1"/>
          </p:nvPr>
        </p:nvSpPr>
        <p:spPr>
          <a:xfrm>
            <a:off x="1094076" y="1348509"/>
            <a:ext cx="5969292" cy="4797336"/>
          </a:xfrm>
        </p:spPr>
        <p:txBody>
          <a:bodyPr>
            <a:normAutofit/>
          </a:bodyPr>
          <a:lstStyle/>
          <a:p>
            <a:pPr marL="0" indent="0">
              <a:buNone/>
            </a:pPr>
            <a:endParaRPr lang="en-IN" dirty="0"/>
          </a:p>
          <a:p>
            <a:pPr marL="0" indent="0">
              <a:buNone/>
            </a:pPr>
            <a:endParaRPr lang="en-IN" dirty="0"/>
          </a:p>
          <a:p>
            <a:pPr lvl="1"/>
            <a:r>
              <a:rPr lang="en-US" sz="2400" dirty="0"/>
              <a:t>immediate feedback</a:t>
            </a:r>
            <a:endParaRPr lang="en-IN" sz="2400" dirty="0"/>
          </a:p>
          <a:p>
            <a:pPr lvl="1"/>
            <a:r>
              <a:rPr lang="en-US" sz="2400" dirty="0"/>
              <a:t>time saving</a:t>
            </a:r>
            <a:endParaRPr lang="en-IN" sz="2400" dirty="0"/>
          </a:p>
          <a:p>
            <a:pPr lvl="1"/>
            <a:r>
              <a:rPr lang="en-US" sz="2400" dirty="0"/>
              <a:t>economical</a:t>
            </a:r>
            <a:endParaRPr lang="en-IN" sz="2400" dirty="0"/>
          </a:p>
          <a:p>
            <a:pPr lvl="1"/>
            <a:r>
              <a:rPr lang="en-US" sz="2400" dirty="0"/>
              <a:t>personal touch</a:t>
            </a:r>
            <a:endParaRPr lang="en-IN" sz="2400" dirty="0"/>
          </a:p>
          <a:p>
            <a:pPr lvl="1"/>
            <a:r>
              <a:rPr lang="en-US" sz="2400" dirty="0"/>
              <a:t>flexibility</a:t>
            </a:r>
            <a:endParaRPr lang="en-IN" sz="2400" dirty="0"/>
          </a:p>
          <a:p>
            <a:pPr lvl="1"/>
            <a:r>
              <a:rPr lang="en-US" sz="2400" dirty="0"/>
              <a:t>secrecy</a:t>
            </a:r>
            <a:endParaRPr lang="en-IN" sz="2400" dirty="0"/>
          </a:p>
          <a:p>
            <a:pPr lvl="1"/>
            <a:r>
              <a:rPr lang="en-US" sz="2400" dirty="0"/>
              <a:t>group communication</a:t>
            </a:r>
            <a:endParaRPr lang="en-IN" sz="2400" dirty="0"/>
          </a:p>
          <a:p>
            <a:endParaRPr lang="en-IN" dirty="0"/>
          </a:p>
        </p:txBody>
      </p:sp>
      <p:sp>
        <p:nvSpPr>
          <p:cNvPr id="4" name="Slide Number Placeholder 3"/>
          <p:cNvSpPr>
            <a:spLocks noGrp="1"/>
          </p:cNvSpPr>
          <p:nvPr>
            <p:ph type="sldNum" sz="quarter" idx="12"/>
          </p:nvPr>
        </p:nvSpPr>
        <p:spPr/>
        <p:txBody>
          <a:bodyPr/>
          <a:lstStyle/>
          <a:p>
            <a:fld id="{0BB74F6D-C696-44E3-8212-3069F7AC46F6}" type="slidenum">
              <a:rPr lang="en-IN" smtClean="0"/>
              <a:pPr/>
              <a:t>8</a:t>
            </a:fld>
            <a:endParaRPr lang="en-IN"/>
          </a:p>
        </p:txBody>
      </p:sp>
      <p:pic>
        <p:nvPicPr>
          <p:cNvPr id="5" name="Picture 2" descr="Image result for verbal communication pictur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2986" y="2052918"/>
            <a:ext cx="4556748" cy="36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919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VERBAL COMMUNICATION:</a:t>
            </a:r>
            <a:endParaRPr lang="en-IN" dirty="0"/>
          </a:p>
        </p:txBody>
      </p:sp>
      <p:sp>
        <p:nvSpPr>
          <p:cNvPr id="3" name="Content Placeholder 2"/>
          <p:cNvSpPr>
            <a:spLocks noGrp="1"/>
          </p:cNvSpPr>
          <p:nvPr>
            <p:ph idx="1"/>
          </p:nvPr>
        </p:nvSpPr>
        <p:spPr>
          <a:xfrm>
            <a:off x="1103312" y="2052918"/>
            <a:ext cx="7788761" cy="4195481"/>
          </a:xfrm>
        </p:spPr>
        <p:txBody>
          <a:bodyPr/>
          <a:lstStyle/>
          <a:p>
            <a:r>
              <a:rPr lang="en-US" sz="2800" dirty="0"/>
              <a:t>For good oral communication the following factors are considered:</a:t>
            </a:r>
            <a:endParaRPr lang="en-IN" sz="2800" dirty="0"/>
          </a:p>
          <a:p>
            <a:pPr lvl="1">
              <a:buFont typeface="Wingdings" panose="05000000000000000000" pitchFamily="2" charset="2"/>
              <a:buChar char="v"/>
            </a:pPr>
            <a:r>
              <a:rPr lang="en-US" sz="2000" dirty="0"/>
              <a:t>Preparation for speaking</a:t>
            </a:r>
            <a:endParaRPr lang="en-IN" sz="2000" dirty="0"/>
          </a:p>
          <a:p>
            <a:pPr lvl="1">
              <a:buFont typeface="Wingdings" panose="05000000000000000000" pitchFamily="2" charset="2"/>
              <a:buChar char="v"/>
            </a:pPr>
            <a:r>
              <a:rPr lang="en-US" sz="2000" dirty="0"/>
              <a:t>the message must be chosen </a:t>
            </a:r>
            <a:endParaRPr lang="en-IN" sz="2000" dirty="0"/>
          </a:p>
          <a:p>
            <a:pPr lvl="1">
              <a:buFont typeface="Wingdings" panose="05000000000000000000" pitchFamily="2" charset="2"/>
              <a:buChar char="v"/>
            </a:pPr>
            <a:r>
              <a:rPr lang="en-US" sz="2000" dirty="0"/>
              <a:t>should be understandable</a:t>
            </a:r>
            <a:endParaRPr lang="en-IN" sz="2000" dirty="0"/>
          </a:p>
          <a:p>
            <a:pPr lvl="1">
              <a:buFont typeface="Wingdings" panose="05000000000000000000" pitchFamily="2" charset="2"/>
              <a:buChar char="v"/>
            </a:pPr>
            <a:r>
              <a:rPr lang="en-US" sz="2000" dirty="0"/>
              <a:t>enable to spread enthusiasm to the listeners</a:t>
            </a:r>
            <a:endParaRPr lang="en-IN" sz="2000" dirty="0"/>
          </a:p>
          <a:p>
            <a:pPr lvl="1">
              <a:buFont typeface="Wingdings" panose="05000000000000000000" pitchFamily="2" charset="2"/>
              <a:buChar char="v"/>
            </a:pPr>
            <a:r>
              <a:rPr lang="en-US" sz="2000" dirty="0"/>
              <a:t>preparation will help to achieve a clear and simple message and drives  for systematic approach</a:t>
            </a:r>
            <a:endParaRPr lang="en-IN" sz="2000" dirty="0"/>
          </a:p>
          <a:p>
            <a:endParaRPr lang="en-IN" dirty="0"/>
          </a:p>
        </p:txBody>
      </p:sp>
      <p:sp>
        <p:nvSpPr>
          <p:cNvPr id="4" name="Slide Number Placeholder 3"/>
          <p:cNvSpPr>
            <a:spLocks noGrp="1"/>
          </p:cNvSpPr>
          <p:nvPr>
            <p:ph type="sldNum" sz="quarter" idx="12"/>
          </p:nvPr>
        </p:nvSpPr>
        <p:spPr/>
        <p:txBody>
          <a:bodyPr/>
          <a:lstStyle/>
          <a:p>
            <a:fld id="{0BB74F6D-C696-44E3-8212-3069F7AC46F6}" type="slidenum">
              <a:rPr lang="en-IN" smtClean="0"/>
              <a:pPr/>
              <a:t>9</a:t>
            </a:fld>
            <a:endParaRPr lang="en-IN"/>
          </a:p>
        </p:txBody>
      </p:sp>
      <p:pic>
        <p:nvPicPr>
          <p:cNvPr id="6" name="Picture 5"/>
          <p:cNvPicPr>
            <a:picLocks noChangeAspect="1"/>
          </p:cNvPicPr>
          <p:nvPr/>
        </p:nvPicPr>
        <p:blipFill>
          <a:blip r:embed="rId2"/>
          <a:stretch>
            <a:fillRect/>
          </a:stretch>
        </p:blipFill>
        <p:spPr>
          <a:xfrm>
            <a:off x="8892073" y="2052918"/>
            <a:ext cx="3204750" cy="3600000"/>
          </a:xfrm>
          <a:prstGeom prst="rect">
            <a:avLst/>
          </a:prstGeom>
        </p:spPr>
      </p:pic>
    </p:spTree>
    <p:extLst>
      <p:ext uri="{BB962C8B-B14F-4D97-AF65-F5344CB8AC3E}">
        <p14:creationId xmlns:p14="http://schemas.microsoft.com/office/powerpoint/2010/main" val="418276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92345-22C8-00ED-9FB1-159B9F2CE606}"/>
              </a:ext>
            </a:extLst>
          </p:cNvPr>
          <p:cNvSpPr>
            <a:spLocks noGrp="1"/>
          </p:cNvSpPr>
          <p:nvPr>
            <p:ph type="title"/>
          </p:nvPr>
        </p:nvSpPr>
        <p:spPr/>
        <p:txBody>
          <a:bodyPr/>
          <a:lstStyle/>
          <a:p>
            <a:r>
              <a:rPr lang="en-IN" dirty="0"/>
              <a:t>Written Communication</a:t>
            </a:r>
          </a:p>
        </p:txBody>
      </p:sp>
      <p:sp>
        <p:nvSpPr>
          <p:cNvPr id="3" name="Content Placeholder 2">
            <a:extLst>
              <a:ext uri="{FF2B5EF4-FFF2-40B4-BE49-F238E27FC236}">
                <a16:creationId xmlns:a16="http://schemas.microsoft.com/office/drawing/2014/main" id="{9EC02E80-F6FB-B849-3517-5EBFFE14D1C8}"/>
              </a:ext>
            </a:extLst>
          </p:cNvPr>
          <p:cNvSpPr>
            <a:spLocks noGrp="1"/>
          </p:cNvSpPr>
          <p:nvPr>
            <p:ph idx="1"/>
          </p:nvPr>
        </p:nvSpPr>
        <p:spPr/>
        <p:txBody>
          <a:bodyPr>
            <a:normAutofit/>
          </a:bodyPr>
          <a:lstStyle/>
          <a:p>
            <a:r>
              <a:rPr lang="en-IN" sz="2800" dirty="0"/>
              <a:t>Can be printed or hand written</a:t>
            </a:r>
          </a:p>
          <a:p>
            <a:r>
              <a:rPr lang="en-IN" sz="2800" dirty="0"/>
              <a:t>Can be transmitted by email, letter, report, memo</a:t>
            </a:r>
          </a:p>
          <a:p>
            <a:pPr marL="0" indent="0">
              <a:buNone/>
            </a:pPr>
            <a:endParaRPr lang="en-IN" sz="2800" dirty="0"/>
          </a:p>
        </p:txBody>
      </p:sp>
      <p:sp>
        <p:nvSpPr>
          <p:cNvPr id="4" name="Slide Number Placeholder 3">
            <a:extLst>
              <a:ext uri="{FF2B5EF4-FFF2-40B4-BE49-F238E27FC236}">
                <a16:creationId xmlns:a16="http://schemas.microsoft.com/office/drawing/2014/main" id="{1792048C-69BD-D1AE-1D95-1823435CCAD1}"/>
              </a:ext>
            </a:extLst>
          </p:cNvPr>
          <p:cNvSpPr>
            <a:spLocks noGrp="1"/>
          </p:cNvSpPr>
          <p:nvPr>
            <p:ph type="sldNum" sz="quarter" idx="12"/>
          </p:nvPr>
        </p:nvSpPr>
        <p:spPr/>
        <p:txBody>
          <a:bodyPr/>
          <a:lstStyle/>
          <a:p>
            <a:fld id="{0BB74F6D-C696-44E3-8212-3069F7AC46F6}" type="slidenum">
              <a:rPr lang="en-IN" smtClean="0"/>
              <a:t>10</a:t>
            </a:fld>
            <a:endParaRPr lang="en-IN"/>
          </a:p>
        </p:txBody>
      </p:sp>
      <p:pic>
        <p:nvPicPr>
          <p:cNvPr id="6" name="Picture 5">
            <a:extLst>
              <a:ext uri="{FF2B5EF4-FFF2-40B4-BE49-F238E27FC236}">
                <a16:creationId xmlns:a16="http://schemas.microsoft.com/office/drawing/2014/main" id="{2BDB1372-33F4-3828-2C43-E6792E98D8F6}"/>
              </a:ext>
            </a:extLst>
          </p:cNvPr>
          <p:cNvPicPr>
            <a:picLocks noChangeAspect="1"/>
          </p:cNvPicPr>
          <p:nvPr/>
        </p:nvPicPr>
        <p:blipFill>
          <a:blip r:embed="rId2"/>
          <a:stretch>
            <a:fillRect/>
          </a:stretch>
        </p:blipFill>
        <p:spPr>
          <a:xfrm>
            <a:off x="6665551" y="3735983"/>
            <a:ext cx="4733377" cy="2669299"/>
          </a:xfrm>
          <a:prstGeom prst="rect">
            <a:avLst/>
          </a:prstGeom>
        </p:spPr>
      </p:pic>
    </p:spTree>
    <p:extLst>
      <p:ext uri="{BB962C8B-B14F-4D97-AF65-F5344CB8AC3E}">
        <p14:creationId xmlns:p14="http://schemas.microsoft.com/office/powerpoint/2010/main" val="387519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AA2C9-940F-0619-19E2-7DE4EC1DBBA1}"/>
              </a:ext>
            </a:extLst>
          </p:cNvPr>
          <p:cNvSpPr>
            <a:spLocks noGrp="1"/>
          </p:cNvSpPr>
          <p:nvPr>
            <p:ph type="title"/>
          </p:nvPr>
        </p:nvSpPr>
        <p:spPr>
          <a:xfrm>
            <a:off x="646111" y="1322772"/>
            <a:ext cx="9404723" cy="1837678"/>
          </a:xfrm>
        </p:spPr>
        <p:txBody>
          <a:bodyPr/>
          <a:lstStyle/>
          <a:p>
            <a:r>
              <a:rPr lang="en-IN" dirty="0"/>
              <a:t>Non Verbal Communication</a:t>
            </a:r>
          </a:p>
        </p:txBody>
      </p:sp>
      <p:sp>
        <p:nvSpPr>
          <p:cNvPr id="3" name="Content Placeholder 2">
            <a:extLst>
              <a:ext uri="{FF2B5EF4-FFF2-40B4-BE49-F238E27FC236}">
                <a16:creationId xmlns:a16="http://schemas.microsoft.com/office/drawing/2014/main" id="{196F60AB-5E59-181C-3C85-F8995211E6E7}"/>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4DA1321B-3524-D6D3-98AC-1754BBD29C37}"/>
              </a:ext>
            </a:extLst>
          </p:cNvPr>
          <p:cNvSpPr>
            <a:spLocks noGrp="1"/>
          </p:cNvSpPr>
          <p:nvPr>
            <p:ph type="sldNum" sz="quarter" idx="12"/>
          </p:nvPr>
        </p:nvSpPr>
        <p:spPr/>
        <p:txBody>
          <a:bodyPr/>
          <a:lstStyle/>
          <a:p>
            <a:fld id="{0BB74F6D-C696-44E3-8212-3069F7AC46F6}" type="slidenum">
              <a:rPr lang="en-IN" smtClean="0"/>
              <a:t>11</a:t>
            </a:fld>
            <a:endParaRPr lang="en-IN"/>
          </a:p>
        </p:txBody>
      </p:sp>
    </p:spTree>
    <p:extLst>
      <p:ext uri="{BB962C8B-B14F-4D97-AF65-F5344CB8AC3E}">
        <p14:creationId xmlns:p14="http://schemas.microsoft.com/office/powerpoint/2010/main" val="1415611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FC615ED-1E15-3E11-288F-61F508D33501}"/>
              </a:ext>
            </a:extLst>
          </p:cNvPr>
          <p:cNvSpPr>
            <a:spLocks noGrp="1"/>
          </p:cNvSpPr>
          <p:nvPr>
            <p:ph type="title"/>
          </p:nvPr>
        </p:nvSpPr>
        <p:spPr>
          <a:xfrm>
            <a:off x="646111" y="452718"/>
            <a:ext cx="9404723" cy="767687"/>
          </a:xfrm>
        </p:spPr>
        <p:txBody>
          <a:bodyPr/>
          <a:lstStyle/>
          <a:p>
            <a:r>
              <a:rPr lang="en-IN" dirty="0" err="1"/>
              <a:t>Meharbian’s</a:t>
            </a:r>
            <a:r>
              <a:rPr lang="en-IN" dirty="0"/>
              <a:t> Communication Model </a:t>
            </a:r>
          </a:p>
        </p:txBody>
      </p:sp>
      <p:graphicFrame>
        <p:nvGraphicFramePr>
          <p:cNvPr id="6" name="Content Placeholder 5">
            <a:extLst>
              <a:ext uri="{FF2B5EF4-FFF2-40B4-BE49-F238E27FC236}">
                <a16:creationId xmlns:a16="http://schemas.microsoft.com/office/drawing/2014/main" id="{2F57BBC6-BBE9-8912-1EA1-A264AA103C86}"/>
              </a:ext>
            </a:extLst>
          </p:cNvPr>
          <p:cNvGraphicFramePr>
            <a:graphicFrameLocks noGrp="1"/>
          </p:cNvGraphicFramePr>
          <p:nvPr>
            <p:ph idx="1"/>
            <p:extLst>
              <p:ext uri="{D42A27DB-BD31-4B8C-83A1-F6EECF244321}">
                <p14:modId xmlns:p14="http://schemas.microsoft.com/office/powerpoint/2010/main" val="1488567313"/>
              </p:ext>
            </p:extLst>
          </p:nvPr>
        </p:nvGraphicFramePr>
        <p:xfrm>
          <a:off x="1103313" y="2052638"/>
          <a:ext cx="8947150" cy="4195762"/>
        </p:xfrm>
        <a:graphic>
          <a:graphicData uri="http://schemas.openxmlformats.org/drawingml/2006/chart">
            <c:chart xmlns:c="http://schemas.openxmlformats.org/drawingml/2006/chart" xmlns:r="http://schemas.openxmlformats.org/officeDocument/2006/relationships" r:id="rId2"/>
          </a:graphicData>
        </a:graphic>
      </p:graphicFrame>
      <p:sp>
        <p:nvSpPr>
          <p:cNvPr id="4" name="Slide Number Placeholder 3">
            <a:extLst>
              <a:ext uri="{FF2B5EF4-FFF2-40B4-BE49-F238E27FC236}">
                <a16:creationId xmlns:a16="http://schemas.microsoft.com/office/drawing/2014/main" id="{2C3BB7BF-D4D9-7627-DD90-5A352A00033D}"/>
              </a:ext>
            </a:extLst>
          </p:cNvPr>
          <p:cNvSpPr>
            <a:spLocks noGrp="1"/>
          </p:cNvSpPr>
          <p:nvPr>
            <p:ph type="sldNum" sz="quarter" idx="12"/>
          </p:nvPr>
        </p:nvSpPr>
        <p:spPr/>
        <p:txBody>
          <a:bodyPr/>
          <a:lstStyle/>
          <a:p>
            <a:fld id="{0BB74F6D-C696-44E3-8212-3069F7AC46F6}" type="slidenum">
              <a:rPr lang="en-IN" smtClean="0"/>
              <a:pPr/>
              <a:t>12</a:t>
            </a:fld>
            <a:endParaRPr lang="en-IN"/>
          </a:p>
        </p:txBody>
      </p:sp>
    </p:spTree>
    <p:extLst>
      <p:ext uri="{BB962C8B-B14F-4D97-AF65-F5344CB8AC3E}">
        <p14:creationId xmlns:p14="http://schemas.microsoft.com/office/powerpoint/2010/main" val="141188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67687"/>
          </a:xfrm>
        </p:spPr>
        <p:txBody>
          <a:bodyPr/>
          <a:lstStyle/>
          <a:p>
            <a:pPr marL="0" indent="0">
              <a:buNone/>
            </a:pPr>
            <a:r>
              <a:rPr lang="en-US" dirty="0"/>
              <a:t>Non-Verbal  communication</a:t>
            </a:r>
            <a:endParaRPr lang="en-IN" dirty="0"/>
          </a:p>
        </p:txBody>
      </p:sp>
      <p:sp>
        <p:nvSpPr>
          <p:cNvPr id="3" name="Content Placeholder 2"/>
          <p:cNvSpPr>
            <a:spLocks noGrp="1"/>
          </p:cNvSpPr>
          <p:nvPr>
            <p:ph idx="1"/>
          </p:nvPr>
        </p:nvSpPr>
        <p:spPr>
          <a:xfrm>
            <a:off x="1112643" y="1629000"/>
            <a:ext cx="6501137" cy="4195481"/>
          </a:xfrm>
        </p:spPr>
        <p:txBody>
          <a:bodyPr>
            <a:normAutofit/>
          </a:bodyPr>
          <a:lstStyle/>
          <a:p>
            <a:r>
              <a:rPr lang="en-US" sz="2400" dirty="0"/>
              <a:t>Kinesics or Body Language</a:t>
            </a:r>
            <a:endParaRPr lang="en-IN" sz="2400" dirty="0"/>
          </a:p>
          <a:p>
            <a:pPr lvl="1">
              <a:lnSpc>
                <a:spcPct val="150000"/>
              </a:lnSpc>
              <a:buFont typeface="Wingdings" panose="05000000000000000000" pitchFamily="2" charset="2"/>
              <a:buChar char="v"/>
            </a:pPr>
            <a:r>
              <a:rPr lang="en-US" dirty="0"/>
              <a:t>Nodding of our head, blinking of our eyes, waving of our hands, shrugging of our shoulders are our expressions of our thoughts and feelings.</a:t>
            </a:r>
          </a:p>
          <a:p>
            <a:pPr lvl="1">
              <a:lnSpc>
                <a:spcPct val="150000"/>
              </a:lnSpc>
              <a:buFont typeface="Wingdings" panose="05000000000000000000" pitchFamily="2" charset="2"/>
              <a:buChar char="v"/>
            </a:pPr>
            <a:r>
              <a:rPr lang="en-US" dirty="0"/>
              <a:t>Nervousness, anger, fear, determination, horror, sympathy, pity, lack of understanding, disinterestedness can be expressed  through the body language than through words.</a:t>
            </a:r>
            <a:endParaRPr lang="en-IN" dirty="0"/>
          </a:p>
        </p:txBody>
      </p:sp>
      <p:sp>
        <p:nvSpPr>
          <p:cNvPr id="4" name="Slide Number Placeholder 3"/>
          <p:cNvSpPr>
            <a:spLocks noGrp="1"/>
          </p:cNvSpPr>
          <p:nvPr>
            <p:ph type="sldNum" sz="quarter" idx="12"/>
          </p:nvPr>
        </p:nvSpPr>
        <p:spPr/>
        <p:txBody>
          <a:bodyPr/>
          <a:lstStyle/>
          <a:p>
            <a:fld id="{0BB74F6D-C696-44E3-8212-3069F7AC46F6}" type="slidenum">
              <a:rPr lang="en-IN" smtClean="0"/>
              <a:pPr/>
              <a:t>13</a:t>
            </a:fld>
            <a:endParaRPr lang="en-IN"/>
          </a:p>
        </p:txBody>
      </p:sp>
      <p:pic>
        <p:nvPicPr>
          <p:cNvPr id="5" name="Picture 4"/>
          <p:cNvPicPr>
            <a:picLocks noChangeAspect="1"/>
          </p:cNvPicPr>
          <p:nvPr/>
        </p:nvPicPr>
        <p:blipFill>
          <a:blip r:embed="rId2"/>
          <a:stretch>
            <a:fillRect/>
          </a:stretch>
        </p:blipFill>
        <p:spPr>
          <a:xfrm>
            <a:off x="7755657" y="1629000"/>
            <a:ext cx="4368048" cy="3600000"/>
          </a:xfrm>
          <a:prstGeom prst="rect">
            <a:avLst/>
          </a:prstGeom>
        </p:spPr>
      </p:pic>
    </p:spTree>
    <p:extLst>
      <p:ext uri="{BB962C8B-B14F-4D97-AF65-F5344CB8AC3E}">
        <p14:creationId xmlns:p14="http://schemas.microsoft.com/office/powerpoint/2010/main" val="2768191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C76C2-71B1-095E-B36B-67AB473D8B4A}"/>
              </a:ext>
            </a:extLst>
          </p:cNvPr>
          <p:cNvSpPr>
            <a:spLocks noGrp="1"/>
          </p:cNvSpPr>
          <p:nvPr>
            <p:ph type="title"/>
          </p:nvPr>
        </p:nvSpPr>
        <p:spPr/>
        <p:txBody>
          <a:bodyPr/>
          <a:lstStyle/>
          <a:p>
            <a:r>
              <a:rPr lang="en-IN" dirty="0"/>
              <a:t>Non Verbal communication</a:t>
            </a:r>
          </a:p>
        </p:txBody>
      </p:sp>
      <p:sp>
        <p:nvSpPr>
          <p:cNvPr id="3" name="Content Placeholder 2">
            <a:extLst>
              <a:ext uri="{FF2B5EF4-FFF2-40B4-BE49-F238E27FC236}">
                <a16:creationId xmlns:a16="http://schemas.microsoft.com/office/drawing/2014/main" id="{B3DB43AA-F56D-4390-DD37-8F02EC688C3B}"/>
              </a:ext>
            </a:extLst>
          </p:cNvPr>
          <p:cNvSpPr>
            <a:spLocks noGrp="1"/>
          </p:cNvSpPr>
          <p:nvPr>
            <p:ph idx="1"/>
          </p:nvPr>
        </p:nvSpPr>
        <p:spPr/>
        <p:txBody>
          <a:bodyPr>
            <a:normAutofit lnSpcReduction="10000"/>
          </a:bodyPr>
          <a:lstStyle/>
          <a:p>
            <a:pPr>
              <a:lnSpc>
                <a:spcPct val="150000"/>
              </a:lnSpc>
            </a:pPr>
            <a:r>
              <a:rPr lang="en-US" sz="2800" dirty="0"/>
              <a:t>Artifactual communication </a:t>
            </a:r>
            <a:r>
              <a:rPr lang="en-US" dirty="0"/>
              <a:t>– clothing, accessories, dressing</a:t>
            </a:r>
            <a:endParaRPr lang="en-IN" dirty="0"/>
          </a:p>
          <a:p>
            <a:pPr>
              <a:lnSpc>
                <a:spcPct val="150000"/>
              </a:lnSpc>
            </a:pPr>
            <a:r>
              <a:rPr lang="en-IN" sz="2800" dirty="0"/>
              <a:t>Vocalics/ Paralanguage- </a:t>
            </a:r>
            <a:r>
              <a:rPr lang="en-IN" dirty="0"/>
              <a:t>Rate, pitch, tone, volume, intensity, pausing ,word stress and silence</a:t>
            </a:r>
          </a:p>
          <a:p>
            <a:pPr>
              <a:lnSpc>
                <a:spcPct val="150000"/>
              </a:lnSpc>
            </a:pPr>
            <a:r>
              <a:rPr lang="en-IN" sz="2800" dirty="0"/>
              <a:t>Proxemics</a:t>
            </a:r>
            <a:r>
              <a:rPr lang="en-IN" dirty="0"/>
              <a:t>- Closeness or space while communicating</a:t>
            </a:r>
          </a:p>
          <a:p>
            <a:pPr>
              <a:lnSpc>
                <a:spcPct val="150000"/>
              </a:lnSpc>
            </a:pPr>
            <a:r>
              <a:rPr lang="en-IN" sz="2800" dirty="0"/>
              <a:t>Haptics </a:t>
            </a:r>
            <a:r>
              <a:rPr lang="en-IN" dirty="0"/>
              <a:t>– Sense of touch</a:t>
            </a:r>
          </a:p>
          <a:p>
            <a:pPr>
              <a:lnSpc>
                <a:spcPct val="150000"/>
              </a:lnSpc>
            </a:pPr>
            <a:r>
              <a:rPr lang="en-IN" sz="2800" dirty="0" err="1"/>
              <a:t>Oculesics</a:t>
            </a:r>
            <a:r>
              <a:rPr lang="en-IN" sz="2800" dirty="0"/>
              <a:t> </a:t>
            </a:r>
            <a:r>
              <a:rPr lang="en-IN" dirty="0"/>
              <a:t>– Eye movement, eye behaviour, gaze</a:t>
            </a:r>
          </a:p>
          <a:p>
            <a:pPr marL="0" indent="0">
              <a:buNone/>
            </a:pPr>
            <a:endParaRPr lang="en-IN" dirty="0"/>
          </a:p>
        </p:txBody>
      </p:sp>
      <p:sp>
        <p:nvSpPr>
          <p:cNvPr id="4" name="Slide Number Placeholder 3">
            <a:extLst>
              <a:ext uri="{FF2B5EF4-FFF2-40B4-BE49-F238E27FC236}">
                <a16:creationId xmlns:a16="http://schemas.microsoft.com/office/drawing/2014/main" id="{80482B91-3D94-775A-E1FC-EA157DC5C288}"/>
              </a:ext>
            </a:extLst>
          </p:cNvPr>
          <p:cNvSpPr>
            <a:spLocks noGrp="1"/>
          </p:cNvSpPr>
          <p:nvPr>
            <p:ph type="sldNum" sz="quarter" idx="12"/>
          </p:nvPr>
        </p:nvSpPr>
        <p:spPr/>
        <p:txBody>
          <a:bodyPr/>
          <a:lstStyle/>
          <a:p>
            <a:fld id="{0BB74F6D-C696-44E3-8212-3069F7AC46F6}" type="slidenum">
              <a:rPr lang="en-IN" smtClean="0"/>
              <a:t>14</a:t>
            </a:fld>
            <a:endParaRPr lang="en-IN"/>
          </a:p>
        </p:txBody>
      </p:sp>
    </p:spTree>
    <p:extLst>
      <p:ext uri="{BB962C8B-B14F-4D97-AF65-F5344CB8AC3E}">
        <p14:creationId xmlns:p14="http://schemas.microsoft.com/office/powerpoint/2010/main" val="303151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6B6BA-1A25-6C8F-2550-801BCE54062A}"/>
              </a:ext>
            </a:extLst>
          </p:cNvPr>
          <p:cNvSpPr>
            <a:spLocks noGrp="1"/>
          </p:cNvSpPr>
          <p:nvPr>
            <p:ph type="title"/>
          </p:nvPr>
        </p:nvSpPr>
        <p:spPr/>
        <p:txBody>
          <a:bodyPr/>
          <a:lstStyle/>
          <a:p>
            <a:r>
              <a:rPr lang="en-US" dirty="0" err="1"/>
              <a:t>Oculesics</a:t>
            </a:r>
            <a:r>
              <a:rPr lang="en-US" dirty="0"/>
              <a:t>: </a:t>
            </a:r>
            <a:endParaRPr lang="en-IN" dirty="0"/>
          </a:p>
        </p:txBody>
      </p:sp>
      <p:sp>
        <p:nvSpPr>
          <p:cNvPr id="4" name="Slide Number Placeholder 3">
            <a:extLst>
              <a:ext uri="{FF2B5EF4-FFF2-40B4-BE49-F238E27FC236}">
                <a16:creationId xmlns:a16="http://schemas.microsoft.com/office/drawing/2014/main" id="{9EE0C20A-C4CF-4435-F04C-1EA83006867C}"/>
              </a:ext>
            </a:extLst>
          </p:cNvPr>
          <p:cNvSpPr>
            <a:spLocks noGrp="1"/>
          </p:cNvSpPr>
          <p:nvPr>
            <p:ph type="sldNum" sz="quarter" idx="12"/>
          </p:nvPr>
        </p:nvSpPr>
        <p:spPr/>
        <p:txBody>
          <a:bodyPr/>
          <a:lstStyle/>
          <a:p>
            <a:fld id="{0BB74F6D-C696-44E3-8212-3069F7AC46F6}" type="slidenum">
              <a:rPr lang="en-IN" smtClean="0"/>
              <a:t>15</a:t>
            </a:fld>
            <a:endParaRPr lang="en-IN"/>
          </a:p>
        </p:txBody>
      </p:sp>
      <p:pic>
        <p:nvPicPr>
          <p:cNvPr id="5" name="Content Placeholder 4">
            <a:extLst>
              <a:ext uri="{FF2B5EF4-FFF2-40B4-BE49-F238E27FC236}">
                <a16:creationId xmlns:a16="http://schemas.microsoft.com/office/drawing/2014/main" id="{1A0F4B6D-AF27-CEBF-D2C0-2D3E7853C451}"/>
              </a:ext>
            </a:extLst>
          </p:cNvPr>
          <p:cNvPicPr>
            <a:picLocks noGrp="1" noChangeAspect="1"/>
          </p:cNvPicPr>
          <p:nvPr>
            <p:ph idx="1"/>
          </p:nvPr>
        </p:nvPicPr>
        <p:blipFill>
          <a:blip r:embed="rId2"/>
          <a:stretch>
            <a:fillRect/>
          </a:stretch>
        </p:blipFill>
        <p:spPr>
          <a:xfrm>
            <a:off x="3479007" y="2052638"/>
            <a:ext cx="4195762" cy="4195762"/>
          </a:xfrm>
        </p:spPr>
      </p:pic>
    </p:spTree>
    <p:extLst>
      <p:ext uri="{BB962C8B-B14F-4D97-AF65-F5344CB8AC3E}">
        <p14:creationId xmlns:p14="http://schemas.microsoft.com/office/powerpoint/2010/main" val="770865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FORMS OF COMMUNICATION</a:t>
            </a:r>
            <a:endParaRPr lang="en-IN" dirty="0"/>
          </a:p>
        </p:txBody>
      </p:sp>
      <p:sp>
        <p:nvSpPr>
          <p:cNvPr id="3" name="Content Placeholder 2"/>
          <p:cNvSpPr>
            <a:spLocks noGrp="1"/>
          </p:cNvSpPr>
          <p:nvPr>
            <p:ph idx="1"/>
          </p:nvPr>
        </p:nvSpPr>
        <p:spPr/>
        <p:txBody>
          <a:bodyPr/>
          <a:lstStyle/>
          <a:p>
            <a:r>
              <a:rPr lang="en-US" dirty="0"/>
              <a:t>Depending on the way the messages or the information is sent, is classified as:</a:t>
            </a:r>
            <a:endParaRPr lang="en-IN" dirty="0"/>
          </a:p>
          <a:p>
            <a:pPr marL="0" indent="0">
              <a:buNone/>
            </a:pPr>
            <a:r>
              <a:rPr lang="en-US" dirty="0"/>
              <a:t>													</a:t>
            </a:r>
            <a:endParaRPr lang="en-IN" dirty="0"/>
          </a:p>
          <a:p>
            <a:pPr lvl="1"/>
            <a:endParaRPr lang="en-US" dirty="0"/>
          </a:p>
          <a:p>
            <a:pPr lvl="1"/>
            <a:endParaRPr lang="en-US" dirty="0"/>
          </a:p>
          <a:p>
            <a:pPr lvl="1"/>
            <a:endParaRPr lang="en-US" dirty="0"/>
          </a:p>
          <a:p>
            <a:pPr lvl="1"/>
            <a:endParaRPr lang="en-US" dirty="0"/>
          </a:p>
          <a:p>
            <a:pPr lvl="1"/>
            <a:endParaRPr lang="en-US" dirty="0"/>
          </a:p>
          <a:p>
            <a:endParaRPr lang="en-IN" dirty="0"/>
          </a:p>
        </p:txBody>
      </p:sp>
      <p:sp>
        <p:nvSpPr>
          <p:cNvPr id="4" name="Slide Number Placeholder 3"/>
          <p:cNvSpPr>
            <a:spLocks noGrp="1"/>
          </p:cNvSpPr>
          <p:nvPr>
            <p:ph type="sldNum" sz="quarter" idx="12"/>
          </p:nvPr>
        </p:nvSpPr>
        <p:spPr/>
        <p:txBody>
          <a:bodyPr/>
          <a:lstStyle/>
          <a:p>
            <a:fld id="{0BB74F6D-C696-44E3-8212-3069F7AC46F6}" type="slidenum">
              <a:rPr lang="en-IN" smtClean="0"/>
              <a:pPr/>
              <a:t>16</a:t>
            </a:fld>
            <a:endParaRPr lang="en-IN"/>
          </a:p>
        </p:txBody>
      </p:sp>
      <p:pic>
        <p:nvPicPr>
          <p:cNvPr id="5" name="Picture 4"/>
          <p:cNvPicPr>
            <a:picLocks noChangeAspect="1"/>
          </p:cNvPicPr>
          <p:nvPr/>
        </p:nvPicPr>
        <p:blipFill>
          <a:blip r:embed="rId2"/>
          <a:stretch>
            <a:fillRect/>
          </a:stretch>
        </p:blipFill>
        <p:spPr>
          <a:xfrm>
            <a:off x="1215099" y="3555338"/>
            <a:ext cx="3321931" cy="2197969"/>
          </a:xfrm>
          <a:prstGeom prst="rect">
            <a:avLst/>
          </a:prstGeom>
        </p:spPr>
      </p:pic>
      <p:pic>
        <p:nvPicPr>
          <p:cNvPr id="6" name="Picture 5"/>
          <p:cNvPicPr>
            <a:picLocks/>
          </p:cNvPicPr>
          <p:nvPr/>
        </p:nvPicPr>
        <p:blipFill>
          <a:blip r:embed="rId3"/>
          <a:stretch>
            <a:fillRect/>
          </a:stretch>
        </p:blipFill>
        <p:spPr>
          <a:xfrm>
            <a:off x="6615264" y="3628670"/>
            <a:ext cx="3322800" cy="2199600"/>
          </a:xfrm>
          <a:prstGeom prst="rect">
            <a:avLst/>
          </a:prstGeom>
        </p:spPr>
      </p:pic>
      <p:sp>
        <p:nvSpPr>
          <p:cNvPr id="8" name="TextBox 7">
            <a:extLst>
              <a:ext uri="{FF2B5EF4-FFF2-40B4-BE49-F238E27FC236}">
                <a16:creationId xmlns:a16="http://schemas.microsoft.com/office/drawing/2014/main" id="{66028F60-F240-479B-9198-C0478094B3A7}"/>
              </a:ext>
            </a:extLst>
          </p:cNvPr>
          <p:cNvSpPr txBox="1"/>
          <p:nvPr/>
        </p:nvSpPr>
        <p:spPr>
          <a:xfrm>
            <a:off x="2407826" y="3117996"/>
            <a:ext cx="936475" cy="369332"/>
          </a:xfrm>
          <a:prstGeom prst="rect">
            <a:avLst/>
          </a:prstGeom>
          <a:noFill/>
        </p:spPr>
        <p:txBody>
          <a:bodyPr wrap="none" rtlCol="0">
            <a:spAutoFit/>
          </a:bodyPr>
          <a:lstStyle/>
          <a:p>
            <a:r>
              <a:rPr lang="en-US" dirty="0"/>
              <a:t>Formal</a:t>
            </a:r>
            <a:endParaRPr lang="en-IN" dirty="0"/>
          </a:p>
        </p:txBody>
      </p:sp>
      <p:sp>
        <p:nvSpPr>
          <p:cNvPr id="9" name="TextBox 8">
            <a:extLst>
              <a:ext uri="{FF2B5EF4-FFF2-40B4-BE49-F238E27FC236}">
                <a16:creationId xmlns:a16="http://schemas.microsoft.com/office/drawing/2014/main" id="{1F12CD29-E749-1FA5-EB5C-13F1DD0F7FCE}"/>
              </a:ext>
            </a:extLst>
          </p:cNvPr>
          <p:cNvSpPr txBox="1"/>
          <p:nvPr/>
        </p:nvSpPr>
        <p:spPr>
          <a:xfrm>
            <a:off x="7731482" y="3059668"/>
            <a:ext cx="1090363" cy="369332"/>
          </a:xfrm>
          <a:prstGeom prst="rect">
            <a:avLst/>
          </a:prstGeom>
          <a:noFill/>
        </p:spPr>
        <p:txBody>
          <a:bodyPr wrap="none" rtlCol="0">
            <a:spAutoFit/>
          </a:bodyPr>
          <a:lstStyle/>
          <a:p>
            <a:r>
              <a:rPr lang="en-US" dirty="0"/>
              <a:t>Informal</a:t>
            </a:r>
            <a:endParaRPr lang="en-IN" dirty="0"/>
          </a:p>
        </p:txBody>
      </p:sp>
    </p:spTree>
    <p:extLst>
      <p:ext uri="{BB962C8B-B14F-4D97-AF65-F5344CB8AC3E}">
        <p14:creationId xmlns:p14="http://schemas.microsoft.com/office/powerpoint/2010/main" val="42508192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Formal Communication </a:t>
            </a:r>
            <a:br>
              <a:rPr lang="en-IN" dirty="0"/>
            </a:br>
            <a:endParaRPr lang="en-IN" dirty="0"/>
          </a:p>
        </p:txBody>
      </p:sp>
      <p:sp>
        <p:nvSpPr>
          <p:cNvPr id="4" name="Slide Number Placeholder 3"/>
          <p:cNvSpPr>
            <a:spLocks noGrp="1"/>
          </p:cNvSpPr>
          <p:nvPr>
            <p:ph type="sldNum" sz="quarter" idx="12"/>
          </p:nvPr>
        </p:nvSpPr>
        <p:spPr/>
        <p:txBody>
          <a:bodyPr/>
          <a:lstStyle/>
          <a:p>
            <a:fld id="{0BB74F6D-C696-44E3-8212-3069F7AC46F6}" type="slidenum">
              <a:rPr lang="en-IN" smtClean="0"/>
              <a:pPr/>
              <a:t>17</a:t>
            </a:fld>
            <a:endParaRPr lang="en-IN"/>
          </a:p>
        </p:txBody>
      </p:sp>
      <p:pic>
        <p:nvPicPr>
          <p:cNvPr id="5124" name="Picture 4" descr="Image result for formal communic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368" y="1539000"/>
            <a:ext cx="6227296" cy="3780000"/>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05C33940-6B59-79F7-F19A-5D0BE08CBEB1}"/>
              </a:ext>
            </a:extLst>
          </p:cNvPr>
          <p:cNvSpPr>
            <a:spLocks noGrp="1"/>
          </p:cNvSpPr>
          <p:nvPr>
            <p:ph idx="1"/>
          </p:nvPr>
        </p:nvSpPr>
        <p:spPr>
          <a:xfrm>
            <a:off x="7543241" y="1393412"/>
            <a:ext cx="3102987" cy="4195481"/>
          </a:xfrm>
        </p:spPr>
        <p:txBody>
          <a:bodyPr>
            <a:normAutofit fontScale="92500"/>
          </a:bodyPr>
          <a:lstStyle/>
          <a:p>
            <a:r>
              <a:rPr lang="en-US" dirty="0"/>
              <a:t> Downward communication- Superior to subordinate</a:t>
            </a:r>
          </a:p>
          <a:p>
            <a:r>
              <a:rPr lang="en-US" dirty="0"/>
              <a:t> Upward communication- subordinate to superior</a:t>
            </a:r>
            <a:endParaRPr lang="en-IN" dirty="0"/>
          </a:p>
          <a:p>
            <a:r>
              <a:rPr lang="en-US" dirty="0"/>
              <a:t> Horizontal/ Lateral communication- in the same level</a:t>
            </a:r>
            <a:endParaRPr lang="en-IN" dirty="0"/>
          </a:p>
          <a:p>
            <a:r>
              <a:rPr lang="en-US" dirty="0"/>
              <a:t> Crosswise</a:t>
            </a:r>
            <a:r>
              <a:rPr lang="en-US"/>
              <a:t>/Diagonal </a:t>
            </a:r>
            <a:r>
              <a:rPr lang="en-US" dirty="0"/>
              <a:t>communication- Across any levels</a:t>
            </a:r>
            <a:endParaRPr lang="en-IN" dirty="0"/>
          </a:p>
          <a:p>
            <a:endParaRPr lang="en-IN" dirty="0"/>
          </a:p>
        </p:txBody>
      </p:sp>
    </p:spTree>
    <p:extLst>
      <p:ext uri="{BB962C8B-B14F-4D97-AF65-F5344CB8AC3E}">
        <p14:creationId xmlns:p14="http://schemas.microsoft.com/office/powerpoint/2010/main" val="227370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Informal Communication</a:t>
            </a:r>
            <a:br>
              <a:rPr lang="en-IN" dirty="0"/>
            </a:br>
            <a:endParaRPr lang="en-IN" dirty="0"/>
          </a:p>
        </p:txBody>
      </p:sp>
      <p:sp>
        <p:nvSpPr>
          <p:cNvPr id="3" name="Content Placeholder 2"/>
          <p:cNvSpPr>
            <a:spLocks noGrp="1"/>
          </p:cNvSpPr>
          <p:nvPr>
            <p:ph idx="1"/>
          </p:nvPr>
        </p:nvSpPr>
        <p:spPr/>
        <p:txBody>
          <a:bodyPr/>
          <a:lstStyle/>
          <a:p>
            <a:r>
              <a:rPr lang="en-US" dirty="0"/>
              <a:t>Grapevine</a:t>
            </a:r>
          </a:p>
          <a:p>
            <a:pPr lvl="1"/>
            <a:r>
              <a:rPr lang="en-US" dirty="0"/>
              <a:t> word of mouth transmission of secret information, rumor and gossip</a:t>
            </a:r>
            <a:endParaRPr lang="en-IN" dirty="0"/>
          </a:p>
          <a:p>
            <a:pPr lvl="1"/>
            <a:r>
              <a:rPr lang="en-US" dirty="0"/>
              <a:t>Very useful particularly in decision making / critical issue</a:t>
            </a:r>
            <a:endParaRPr lang="en-IN" dirty="0"/>
          </a:p>
          <a:p>
            <a:pPr lvl="1"/>
            <a:r>
              <a:rPr lang="en-US" dirty="0"/>
              <a:t>Experimental or tentative announcement </a:t>
            </a:r>
            <a:endParaRPr lang="en-IN" dirty="0"/>
          </a:p>
          <a:p>
            <a:pPr lvl="1"/>
            <a:r>
              <a:rPr lang="en-US" dirty="0"/>
              <a:t>Gives management an opportunity to observe reaction of the employees </a:t>
            </a:r>
            <a:endParaRPr lang="en-IN" dirty="0"/>
          </a:p>
          <a:p>
            <a:endParaRPr lang="en-IN" dirty="0"/>
          </a:p>
        </p:txBody>
      </p:sp>
      <p:sp>
        <p:nvSpPr>
          <p:cNvPr id="4" name="Slide Number Placeholder 3"/>
          <p:cNvSpPr>
            <a:spLocks noGrp="1"/>
          </p:cNvSpPr>
          <p:nvPr>
            <p:ph type="sldNum" sz="quarter" idx="12"/>
          </p:nvPr>
        </p:nvSpPr>
        <p:spPr/>
        <p:txBody>
          <a:bodyPr/>
          <a:lstStyle/>
          <a:p>
            <a:fld id="{0BB74F6D-C696-44E3-8212-3069F7AC46F6}" type="slidenum">
              <a:rPr lang="en-IN" smtClean="0"/>
              <a:pPr/>
              <a:t>18</a:t>
            </a:fld>
            <a:endParaRPr lang="en-IN"/>
          </a:p>
        </p:txBody>
      </p:sp>
    </p:spTree>
    <p:extLst>
      <p:ext uri="{BB962C8B-B14F-4D97-AF65-F5344CB8AC3E}">
        <p14:creationId xmlns:p14="http://schemas.microsoft.com/office/powerpoint/2010/main" val="22121537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Barriers to Effective Communication</a:t>
            </a:r>
            <a:br>
              <a:rPr lang="en-IN" dirty="0"/>
            </a:br>
            <a:endParaRPr lang="en-IN" dirty="0"/>
          </a:p>
        </p:txBody>
      </p:sp>
      <p:sp>
        <p:nvSpPr>
          <p:cNvPr id="4" name="Slide Number Placeholder 3"/>
          <p:cNvSpPr>
            <a:spLocks noGrp="1"/>
          </p:cNvSpPr>
          <p:nvPr>
            <p:ph type="sldNum" sz="quarter" idx="12"/>
          </p:nvPr>
        </p:nvSpPr>
        <p:spPr/>
        <p:txBody>
          <a:bodyPr/>
          <a:lstStyle/>
          <a:p>
            <a:fld id="{0BB74F6D-C696-44E3-8212-3069F7AC46F6}" type="slidenum">
              <a:rPr lang="en-IN" smtClean="0"/>
              <a:pPr/>
              <a:t>19</a:t>
            </a:fld>
            <a:endParaRPr lang="en-IN"/>
          </a:p>
        </p:txBody>
      </p:sp>
      <p:graphicFrame>
        <p:nvGraphicFramePr>
          <p:cNvPr id="11" name="Diagram 10">
            <a:extLst>
              <a:ext uri="{FF2B5EF4-FFF2-40B4-BE49-F238E27FC236}">
                <a16:creationId xmlns:a16="http://schemas.microsoft.com/office/drawing/2014/main" id="{E1E55E1D-40A7-0C11-CCDC-5C2A8DC24DF9}"/>
              </a:ext>
            </a:extLst>
          </p:cNvPr>
          <p:cNvGraphicFramePr/>
          <p:nvPr>
            <p:extLst>
              <p:ext uri="{D42A27DB-BD31-4B8C-83A1-F6EECF244321}">
                <p14:modId xmlns:p14="http://schemas.microsoft.com/office/powerpoint/2010/main" val="716096340"/>
              </p:ext>
            </p:extLst>
          </p:nvPr>
        </p:nvGraphicFramePr>
        <p:xfrm>
          <a:off x="3688437" y="1198485"/>
          <a:ext cx="5242500" cy="54686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46790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Barriers to Effective Communication- Physical Barriers:</a:t>
            </a:r>
            <a:br>
              <a:rPr lang="en-IN" dirty="0"/>
            </a:br>
            <a:endParaRPr lang="en-IN" dirty="0"/>
          </a:p>
        </p:txBody>
      </p:sp>
      <p:sp>
        <p:nvSpPr>
          <p:cNvPr id="5" name="Content Placeholder 4"/>
          <p:cNvSpPr>
            <a:spLocks noGrp="1"/>
          </p:cNvSpPr>
          <p:nvPr>
            <p:ph idx="1"/>
          </p:nvPr>
        </p:nvSpPr>
        <p:spPr/>
        <p:txBody>
          <a:bodyPr/>
          <a:lstStyle/>
          <a:p>
            <a:endParaRPr lang="en-US" dirty="0"/>
          </a:p>
          <a:p>
            <a:r>
              <a:rPr lang="en-US" sz="2400" dirty="0"/>
              <a:t>Physical barriers are those that arise due to certain factors like faulty equipment, noise, closed doors and cabins that cause the information sent from sender to receiver to become distorted, which results in improper communication.</a:t>
            </a:r>
          </a:p>
          <a:p>
            <a:endParaRPr lang="en-US" dirty="0"/>
          </a:p>
        </p:txBody>
      </p:sp>
      <p:sp>
        <p:nvSpPr>
          <p:cNvPr id="4" name="Slide Number Placeholder 3"/>
          <p:cNvSpPr>
            <a:spLocks noGrp="1"/>
          </p:cNvSpPr>
          <p:nvPr>
            <p:ph type="sldNum" sz="quarter" idx="12"/>
          </p:nvPr>
        </p:nvSpPr>
        <p:spPr/>
        <p:txBody>
          <a:bodyPr/>
          <a:lstStyle/>
          <a:p>
            <a:fld id="{0BB74F6D-C696-44E3-8212-3069F7AC46F6}" type="slidenum">
              <a:rPr lang="en-IN" smtClean="0"/>
              <a:pPr/>
              <a:t>20</a:t>
            </a:fld>
            <a:endParaRPr lang="en-IN"/>
          </a:p>
        </p:txBody>
      </p:sp>
    </p:spTree>
    <p:extLst>
      <p:ext uri="{BB962C8B-B14F-4D97-AF65-F5344CB8AC3E}">
        <p14:creationId xmlns:p14="http://schemas.microsoft.com/office/powerpoint/2010/main" val="4128532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Barriers to Effective Communication -Semantic (language)</a:t>
            </a:r>
            <a:br>
              <a:rPr lang="en-IN" dirty="0"/>
            </a:br>
            <a:endParaRPr lang="en-IN" dirty="0"/>
          </a:p>
        </p:txBody>
      </p:sp>
      <p:sp>
        <p:nvSpPr>
          <p:cNvPr id="5" name="Content Placeholder 4"/>
          <p:cNvSpPr>
            <a:spLocks noGrp="1"/>
          </p:cNvSpPr>
          <p:nvPr>
            <p:ph idx="1"/>
          </p:nvPr>
        </p:nvSpPr>
        <p:spPr/>
        <p:txBody>
          <a:bodyPr/>
          <a:lstStyle/>
          <a:p>
            <a:pPr marL="0" indent="0">
              <a:buNone/>
            </a:pPr>
            <a:endParaRPr lang="en-US" dirty="0"/>
          </a:p>
          <a:p>
            <a:r>
              <a:rPr lang="en-US" dirty="0"/>
              <a:t>Semantic barriers are also known as language barriers. These barriers are caused due to improper communication between the sender and the receiver. Some instances of semantic barriers are:</a:t>
            </a:r>
          </a:p>
          <a:p>
            <a:r>
              <a:rPr lang="en-US" dirty="0"/>
              <a:t>Mother tongue influence</a:t>
            </a:r>
          </a:p>
          <a:p>
            <a:r>
              <a:rPr lang="en-US" dirty="0"/>
              <a:t>Poor quality of message</a:t>
            </a:r>
          </a:p>
          <a:p>
            <a:r>
              <a:rPr lang="en-US" dirty="0"/>
              <a:t>Difference in language</a:t>
            </a:r>
          </a:p>
          <a:p>
            <a:r>
              <a:rPr lang="en-US" dirty="0"/>
              <a:t>Difference in level of proficiency</a:t>
            </a:r>
          </a:p>
          <a:p>
            <a:r>
              <a:rPr lang="en-US" dirty="0"/>
              <a:t>Using technical language</a:t>
            </a:r>
          </a:p>
          <a:p>
            <a:endParaRPr lang="en-US" dirty="0"/>
          </a:p>
        </p:txBody>
      </p:sp>
      <p:sp>
        <p:nvSpPr>
          <p:cNvPr id="4" name="Slide Number Placeholder 3"/>
          <p:cNvSpPr>
            <a:spLocks noGrp="1"/>
          </p:cNvSpPr>
          <p:nvPr>
            <p:ph type="sldNum" sz="quarter" idx="12"/>
          </p:nvPr>
        </p:nvSpPr>
        <p:spPr/>
        <p:txBody>
          <a:bodyPr/>
          <a:lstStyle/>
          <a:p>
            <a:fld id="{0BB74F6D-C696-44E3-8212-3069F7AC46F6}" type="slidenum">
              <a:rPr lang="en-IN" smtClean="0"/>
              <a:pPr/>
              <a:t>21</a:t>
            </a:fld>
            <a:endParaRPr lang="en-IN"/>
          </a:p>
        </p:txBody>
      </p:sp>
    </p:spTree>
    <p:extLst>
      <p:ext uri="{BB962C8B-B14F-4D97-AF65-F5344CB8AC3E}">
        <p14:creationId xmlns:p14="http://schemas.microsoft.com/office/powerpoint/2010/main" val="16192354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dirty="0"/>
              <a:t>Barriers to Effective Communication – Psychological Barriers:</a:t>
            </a:r>
            <a:br>
              <a:rPr lang="en-IN" dirty="0"/>
            </a:br>
            <a:endParaRPr lang="en-IN" dirty="0"/>
          </a:p>
        </p:txBody>
      </p:sp>
      <p:sp>
        <p:nvSpPr>
          <p:cNvPr id="2" name="Content Placeholder 1"/>
          <p:cNvSpPr>
            <a:spLocks noGrp="1"/>
          </p:cNvSpPr>
          <p:nvPr>
            <p:ph idx="1"/>
          </p:nvPr>
        </p:nvSpPr>
        <p:spPr/>
        <p:txBody>
          <a:bodyPr/>
          <a:lstStyle/>
          <a:p>
            <a:r>
              <a:rPr lang="en-US" dirty="0"/>
              <a:t>Psychological barriers play an important role in interpersonal communication as the state of the mind of the sender or the receiver can make it difficult to understand the information that is conveyed, which often leads to misunderstanding. </a:t>
            </a:r>
          </a:p>
          <a:p>
            <a:r>
              <a:rPr lang="en-US" dirty="0"/>
              <a:t>Distrust, threat or Fear</a:t>
            </a:r>
          </a:p>
          <a:p>
            <a:r>
              <a:rPr lang="en-US" dirty="0"/>
              <a:t>Apathetic listening</a:t>
            </a:r>
          </a:p>
          <a:p>
            <a:r>
              <a:rPr lang="en-US" dirty="0"/>
              <a:t>Assumptions</a:t>
            </a:r>
          </a:p>
          <a:p>
            <a:r>
              <a:rPr lang="en-US" dirty="0"/>
              <a:t>Prejudices</a:t>
            </a:r>
          </a:p>
          <a:p>
            <a:r>
              <a:rPr lang="en-US" dirty="0"/>
              <a:t>Information overload</a:t>
            </a:r>
          </a:p>
          <a:p>
            <a:r>
              <a:rPr lang="en-US" dirty="0"/>
              <a:t>Rigid attitude</a:t>
            </a:r>
          </a:p>
        </p:txBody>
      </p:sp>
      <p:sp>
        <p:nvSpPr>
          <p:cNvPr id="5" name="Slide Number Placeholder 4"/>
          <p:cNvSpPr>
            <a:spLocks noGrp="1"/>
          </p:cNvSpPr>
          <p:nvPr>
            <p:ph type="sldNum" sz="quarter" idx="12"/>
          </p:nvPr>
        </p:nvSpPr>
        <p:spPr/>
        <p:txBody>
          <a:bodyPr/>
          <a:lstStyle/>
          <a:p>
            <a:fld id="{0BB74F6D-C696-44E3-8212-3069F7AC46F6}" type="slidenum">
              <a:rPr lang="en-IN" smtClean="0"/>
              <a:pPr/>
              <a:t>22</a:t>
            </a:fld>
            <a:endParaRPr lang="en-IN"/>
          </a:p>
        </p:txBody>
      </p:sp>
    </p:spTree>
    <p:extLst>
      <p:ext uri="{BB962C8B-B14F-4D97-AF65-F5344CB8AC3E}">
        <p14:creationId xmlns:p14="http://schemas.microsoft.com/office/powerpoint/2010/main" val="19244359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0ADE01-B781-F523-958B-7DA019AC10FD}"/>
              </a:ext>
            </a:extLst>
          </p:cNvPr>
          <p:cNvSpPr>
            <a:spLocks noGrp="1"/>
          </p:cNvSpPr>
          <p:nvPr>
            <p:ph type="title"/>
          </p:nvPr>
        </p:nvSpPr>
        <p:spPr>
          <a:xfrm>
            <a:off x="646111" y="452718"/>
            <a:ext cx="9906811" cy="657968"/>
          </a:xfrm>
        </p:spPr>
        <p:txBody>
          <a:bodyPr/>
          <a:lstStyle/>
          <a:p>
            <a:r>
              <a:rPr lang="en-US" dirty="0"/>
              <a:t>Barriers to Effective Communication – Cultural Barriers:</a:t>
            </a:r>
            <a:br>
              <a:rPr lang="en-US" dirty="0"/>
            </a:br>
            <a:endParaRPr lang="en-IN" dirty="0"/>
          </a:p>
        </p:txBody>
      </p:sp>
      <p:sp>
        <p:nvSpPr>
          <p:cNvPr id="15" name="Content Placeholder 14">
            <a:extLst>
              <a:ext uri="{FF2B5EF4-FFF2-40B4-BE49-F238E27FC236}">
                <a16:creationId xmlns:a16="http://schemas.microsoft.com/office/drawing/2014/main" id="{D48E33D3-7323-BA83-F0AC-03AAB0CDDA4D}"/>
              </a:ext>
            </a:extLst>
          </p:cNvPr>
          <p:cNvSpPr>
            <a:spLocks noGrp="1"/>
          </p:cNvSpPr>
          <p:nvPr>
            <p:ph idx="1"/>
          </p:nvPr>
        </p:nvSpPr>
        <p:spPr/>
        <p:txBody>
          <a:bodyPr/>
          <a:lstStyle/>
          <a:p>
            <a:r>
              <a:rPr lang="en-IN" dirty="0"/>
              <a:t>Cultural barriers arise due to lack of similarities among the different cultures across the world. </a:t>
            </a:r>
          </a:p>
          <a:p>
            <a:r>
              <a:rPr lang="en-IN" dirty="0"/>
              <a:t>Language</a:t>
            </a:r>
          </a:p>
          <a:p>
            <a:r>
              <a:rPr lang="en-IN" dirty="0"/>
              <a:t>Stereotypes and Prejudices</a:t>
            </a:r>
          </a:p>
          <a:p>
            <a:r>
              <a:rPr lang="en-IN" dirty="0"/>
              <a:t>Signs and Symbols</a:t>
            </a:r>
          </a:p>
          <a:p>
            <a:r>
              <a:rPr lang="en-IN" dirty="0"/>
              <a:t>Behaviours and Beliefs</a:t>
            </a:r>
          </a:p>
        </p:txBody>
      </p:sp>
      <p:sp>
        <p:nvSpPr>
          <p:cNvPr id="4" name="Slide Number Placeholder 3"/>
          <p:cNvSpPr>
            <a:spLocks noGrp="1"/>
          </p:cNvSpPr>
          <p:nvPr>
            <p:ph type="sldNum" sz="quarter" idx="12"/>
          </p:nvPr>
        </p:nvSpPr>
        <p:spPr/>
        <p:txBody>
          <a:bodyPr/>
          <a:lstStyle/>
          <a:p>
            <a:fld id="{0BB74F6D-C696-44E3-8212-3069F7AC46F6}" type="slidenum">
              <a:rPr lang="en-IN" smtClean="0"/>
              <a:pPr/>
              <a:t>23</a:t>
            </a:fld>
            <a:endParaRPr lang="en-IN"/>
          </a:p>
        </p:txBody>
      </p:sp>
      <p:sp>
        <p:nvSpPr>
          <p:cNvPr id="5" name="Title 1"/>
          <p:cNvSpPr txBox="1">
            <a:spLocks/>
          </p:cNvSpPr>
          <p:nvPr/>
        </p:nvSpPr>
        <p:spPr>
          <a:xfrm>
            <a:off x="798511" y="605118"/>
            <a:ext cx="9404723" cy="1400530"/>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dirty="0"/>
          </a:p>
        </p:txBody>
      </p:sp>
    </p:spTree>
    <p:extLst>
      <p:ext uri="{BB962C8B-B14F-4D97-AF65-F5344CB8AC3E}">
        <p14:creationId xmlns:p14="http://schemas.microsoft.com/office/powerpoint/2010/main" val="36037598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71D015-6C5D-C69F-9E8F-979DBEDCCCAD}"/>
              </a:ext>
            </a:extLst>
          </p:cNvPr>
          <p:cNvSpPr>
            <a:spLocks noGrp="1"/>
          </p:cNvSpPr>
          <p:nvPr>
            <p:ph idx="1"/>
          </p:nvPr>
        </p:nvSpPr>
        <p:spPr>
          <a:xfrm>
            <a:off x="1103312" y="2678545"/>
            <a:ext cx="8946541" cy="3569854"/>
          </a:xfrm>
        </p:spPr>
        <p:txBody>
          <a:bodyPr/>
          <a:lstStyle/>
          <a:p>
            <a:pPr marL="0" indent="0">
              <a:buNone/>
            </a:pPr>
            <a:r>
              <a:rPr lang="en-IN" dirty="0"/>
              <a:t>Organizational barriers are caused due to the structure, rules and regulations present in the organization. Sometimes it is caused due to </a:t>
            </a:r>
          </a:p>
          <a:p>
            <a:pPr>
              <a:buFont typeface="Wingdings" panose="05000000000000000000" pitchFamily="2" charset="2"/>
              <a:buChar char="Ø"/>
            </a:pPr>
            <a:r>
              <a:rPr lang="en-IN" dirty="0"/>
              <a:t>Superior subordinate relationships</a:t>
            </a:r>
          </a:p>
          <a:p>
            <a:pPr>
              <a:buFont typeface="Wingdings" panose="05000000000000000000" pitchFamily="2" charset="2"/>
              <a:buChar char="Ø"/>
            </a:pPr>
            <a:r>
              <a:rPr lang="en-IN" dirty="0"/>
              <a:t>Complexity of Organisational structure</a:t>
            </a:r>
          </a:p>
          <a:p>
            <a:pPr>
              <a:buFont typeface="Wingdings" panose="05000000000000000000" pitchFamily="2" charset="2"/>
              <a:buChar char="Ø"/>
            </a:pPr>
            <a:r>
              <a:rPr lang="en-IN" dirty="0"/>
              <a:t>Hierarchical positions</a:t>
            </a:r>
          </a:p>
        </p:txBody>
      </p:sp>
      <p:sp>
        <p:nvSpPr>
          <p:cNvPr id="4" name="Slide Number Placeholder 3">
            <a:extLst>
              <a:ext uri="{FF2B5EF4-FFF2-40B4-BE49-F238E27FC236}">
                <a16:creationId xmlns:a16="http://schemas.microsoft.com/office/drawing/2014/main" id="{AF6CD907-A8FC-787E-3B89-0D631C3BC5AB}"/>
              </a:ext>
            </a:extLst>
          </p:cNvPr>
          <p:cNvSpPr>
            <a:spLocks noGrp="1"/>
          </p:cNvSpPr>
          <p:nvPr>
            <p:ph type="sldNum" sz="quarter" idx="12"/>
          </p:nvPr>
        </p:nvSpPr>
        <p:spPr/>
        <p:txBody>
          <a:bodyPr/>
          <a:lstStyle/>
          <a:p>
            <a:fld id="{0BB74F6D-C696-44E3-8212-3069F7AC46F6}" type="slidenum">
              <a:rPr lang="en-IN" smtClean="0"/>
              <a:pPr/>
              <a:t>24</a:t>
            </a:fld>
            <a:endParaRPr lang="en-IN"/>
          </a:p>
        </p:txBody>
      </p:sp>
      <p:sp>
        <p:nvSpPr>
          <p:cNvPr id="5" name="Title 5">
            <a:extLst>
              <a:ext uri="{FF2B5EF4-FFF2-40B4-BE49-F238E27FC236}">
                <a16:creationId xmlns:a16="http://schemas.microsoft.com/office/drawing/2014/main" id="{DD67D684-D990-70E5-D2CA-15905828FF2A}"/>
              </a:ext>
            </a:extLst>
          </p:cNvPr>
          <p:cNvSpPr txBox="1">
            <a:spLocks/>
          </p:cNvSpPr>
          <p:nvPr/>
        </p:nvSpPr>
        <p:spPr>
          <a:xfrm>
            <a:off x="646111" y="452718"/>
            <a:ext cx="9906811" cy="657968"/>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Arial" panose="020B0604020202020204" pitchFamily="34" charset="0"/>
                <a:ea typeface="+mj-ea"/>
                <a:cs typeface="Arial" panose="020B060402020202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Barriers to Effective Communication – Organizational Barriers:</a:t>
            </a:r>
          </a:p>
          <a:p>
            <a:endParaRPr lang="en-IN" dirty="0"/>
          </a:p>
        </p:txBody>
      </p:sp>
    </p:spTree>
    <p:extLst>
      <p:ext uri="{BB962C8B-B14F-4D97-AF65-F5344CB8AC3E}">
        <p14:creationId xmlns:p14="http://schemas.microsoft.com/office/powerpoint/2010/main" val="23698293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7A98-3D77-117D-BCD1-3651C2955D4C}"/>
              </a:ext>
            </a:extLst>
          </p:cNvPr>
          <p:cNvSpPr>
            <a:spLocks noGrp="1"/>
          </p:cNvSpPr>
          <p:nvPr>
            <p:ph type="title"/>
          </p:nvPr>
        </p:nvSpPr>
        <p:spPr/>
        <p:txBody>
          <a:bodyPr/>
          <a:lstStyle/>
          <a:p>
            <a:r>
              <a:rPr lang="en-US" dirty="0"/>
              <a:t>Barriers to Effective Communication – Perceptual Barriers</a:t>
            </a:r>
            <a:endParaRPr lang="en-IN" dirty="0"/>
          </a:p>
        </p:txBody>
      </p:sp>
      <p:sp>
        <p:nvSpPr>
          <p:cNvPr id="3" name="Content Placeholder 2">
            <a:extLst>
              <a:ext uri="{FF2B5EF4-FFF2-40B4-BE49-F238E27FC236}">
                <a16:creationId xmlns:a16="http://schemas.microsoft.com/office/drawing/2014/main" id="{ABCCC39C-10C4-5180-AD2B-0BC24EBCDA4B}"/>
              </a:ext>
            </a:extLst>
          </p:cNvPr>
          <p:cNvSpPr>
            <a:spLocks noGrp="1"/>
          </p:cNvSpPr>
          <p:nvPr>
            <p:ph idx="1"/>
          </p:nvPr>
        </p:nvSpPr>
        <p:spPr/>
        <p:txBody>
          <a:bodyPr/>
          <a:lstStyle/>
          <a:p>
            <a:r>
              <a:rPr lang="en-US" dirty="0"/>
              <a:t>Perceptual barriers exist in people’s minds based on how they perceive the world around them. They can be caused by the many </a:t>
            </a:r>
            <a:r>
              <a:rPr lang="en-US" u="sng" dirty="0"/>
              <a:t>cognitive biases of the human mind </a:t>
            </a:r>
            <a:r>
              <a:rPr lang="en-US" dirty="0"/>
              <a:t>that prevent us from perceiving people and situations accurately. Individuals may also have their own </a:t>
            </a:r>
            <a:r>
              <a:rPr lang="en-US" u="sng" dirty="0"/>
              <a:t>unique biases </a:t>
            </a:r>
            <a:r>
              <a:rPr lang="en-US" dirty="0"/>
              <a:t>based on previous experience and the influence of others.</a:t>
            </a:r>
            <a:endParaRPr lang="en-IN" dirty="0"/>
          </a:p>
        </p:txBody>
      </p:sp>
      <p:sp>
        <p:nvSpPr>
          <p:cNvPr id="4" name="Slide Number Placeholder 3">
            <a:extLst>
              <a:ext uri="{FF2B5EF4-FFF2-40B4-BE49-F238E27FC236}">
                <a16:creationId xmlns:a16="http://schemas.microsoft.com/office/drawing/2014/main" id="{5DCB65D6-E2BA-3A7F-B972-5D17CF4F4301}"/>
              </a:ext>
            </a:extLst>
          </p:cNvPr>
          <p:cNvSpPr>
            <a:spLocks noGrp="1"/>
          </p:cNvSpPr>
          <p:nvPr>
            <p:ph type="sldNum" sz="quarter" idx="12"/>
          </p:nvPr>
        </p:nvSpPr>
        <p:spPr/>
        <p:txBody>
          <a:bodyPr/>
          <a:lstStyle/>
          <a:p>
            <a:fld id="{0BB74F6D-C696-44E3-8212-3069F7AC46F6}" type="slidenum">
              <a:rPr lang="en-IN" smtClean="0"/>
              <a:t>25</a:t>
            </a:fld>
            <a:endParaRPr lang="en-IN"/>
          </a:p>
        </p:txBody>
      </p:sp>
    </p:spTree>
    <p:extLst>
      <p:ext uri="{BB962C8B-B14F-4D97-AF65-F5344CB8AC3E}">
        <p14:creationId xmlns:p14="http://schemas.microsoft.com/office/powerpoint/2010/main" val="35066920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93B3D-BE13-C5FC-6FFE-7C7735849B13}"/>
              </a:ext>
            </a:extLst>
          </p:cNvPr>
          <p:cNvSpPr>
            <a:spLocks noGrp="1"/>
          </p:cNvSpPr>
          <p:nvPr>
            <p:ph type="title"/>
          </p:nvPr>
        </p:nvSpPr>
        <p:spPr/>
        <p:txBody>
          <a:bodyPr/>
          <a:lstStyle/>
          <a:p>
            <a:r>
              <a:rPr lang="en-US" dirty="0"/>
              <a:t>Barriers to Effective Communication – Gender Barriers:</a:t>
            </a:r>
            <a:endParaRPr lang="en-IN" dirty="0"/>
          </a:p>
        </p:txBody>
      </p:sp>
      <p:sp>
        <p:nvSpPr>
          <p:cNvPr id="3" name="Content Placeholder 2">
            <a:extLst>
              <a:ext uri="{FF2B5EF4-FFF2-40B4-BE49-F238E27FC236}">
                <a16:creationId xmlns:a16="http://schemas.microsoft.com/office/drawing/2014/main" id="{E7354593-C34B-A82A-2F8F-34C1AAFF3A86}"/>
              </a:ext>
            </a:extLst>
          </p:cNvPr>
          <p:cNvSpPr>
            <a:spLocks noGrp="1"/>
          </p:cNvSpPr>
          <p:nvPr>
            <p:ph idx="1"/>
          </p:nvPr>
        </p:nvSpPr>
        <p:spPr/>
        <p:txBody>
          <a:bodyPr/>
          <a:lstStyle/>
          <a:p>
            <a:r>
              <a:rPr lang="en-US" dirty="0"/>
              <a:t>Gender barriers occur due to disparities in how different genders interact and are expected to communicate by society. Communication is also hampered by gender prejudices and assumptions that favor one gender over the other. </a:t>
            </a:r>
          </a:p>
          <a:p>
            <a:r>
              <a:rPr lang="en-US" dirty="0"/>
              <a:t>Each gender has a different communication pattern and usually assumes that the other gender thinks and acts similarly.</a:t>
            </a:r>
            <a:endParaRPr lang="en-IN" dirty="0"/>
          </a:p>
        </p:txBody>
      </p:sp>
      <p:sp>
        <p:nvSpPr>
          <p:cNvPr id="4" name="Slide Number Placeholder 3">
            <a:extLst>
              <a:ext uri="{FF2B5EF4-FFF2-40B4-BE49-F238E27FC236}">
                <a16:creationId xmlns:a16="http://schemas.microsoft.com/office/drawing/2014/main" id="{88A87D37-22E6-84C2-180E-E44CDE867773}"/>
              </a:ext>
            </a:extLst>
          </p:cNvPr>
          <p:cNvSpPr>
            <a:spLocks noGrp="1"/>
          </p:cNvSpPr>
          <p:nvPr>
            <p:ph type="sldNum" sz="quarter" idx="12"/>
          </p:nvPr>
        </p:nvSpPr>
        <p:spPr/>
        <p:txBody>
          <a:bodyPr/>
          <a:lstStyle/>
          <a:p>
            <a:fld id="{0BB74F6D-C696-44E3-8212-3069F7AC46F6}" type="slidenum">
              <a:rPr lang="en-IN" smtClean="0"/>
              <a:t>26</a:t>
            </a:fld>
            <a:endParaRPr lang="en-IN"/>
          </a:p>
        </p:txBody>
      </p:sp>
    </p:spTree>
    <p:extLst>
      <p:ext uri="{BB962C8B-B14F-4D97-AF65-F5344CB8AC3E}">
        <p14:creationId xmlns:p14="http://schemas.microsoft.com/office/powerpoint/2010/main" val="27487682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027DF-196F-9AEF-725D-875B529AAF79}"/>
              </a:ext>
            </a:extLst>
          </p:cNvPr>
          <p:cNvSpPr>
            <a:spLocks noGrp="1"/>
          </p:cNvSpPr>
          <p:nvPr>
            <p:ph type="title"/>
          </p:nvPr>
        </p:nvSpPr>
        <p:spPr/>
        <p:txBody>
          <a:bodyPr/>
          <a:lstStyle/>
          <a:p>
            <a:r>
              <a:rPr lang="en-US" dirty="0"/>
              <a:t>Barriers to Effective Communication – Interpersonal Barriers:</a:t>
            </a:r>
            <a:endParaRPr lang="en-IN" dirty="0"/>
          </a:p>
        </p:txBody>
      </p:sp>
      <p:sp>
        <p:nvSpPr>
          <p:cNvPr id="3" name="Content Placeholder 2">
            <a:extLst>
              <a:ext uri="{FF2B5EF4-FFF2-40B4-BE49-F238E27FC236}">
                <a16:creationId xmlns:a16="http://schemas.microsoft.com/office/drawing/2014/main" id="{F9FA5A47-5774-3F19-94DC-02259CF57861}"/>
              </a:ext>
            </a:extLst>
          </p:cNvPr>
          <p:cNvSpPr>
            <a:spLocks noGrp="1"/>
          </p:cNvSpPr>
          <p:nvPr>
            <p:ph idx="1"/>
          </p:nvPr>
        </p:nvSpPr>
        <p:spPr/>
        <p:txBody>
          <a:bodyPr/>
          <a:lstStyle/>
          <a:p>
            <a:r>
              <a:rPr lang="en-US" dirty="0"/>
              <a:t>Interpersonal barriers are any negative patterns of behavior that hinder from communicating or discourage others from communicating with you. Poor self esteem, social anxiety, arrogance makes it difficult for people to feel comfortable opening up to others. </a:t>
            </a:r>
          </a:p>
          <a:p>
            <a:r>
              <a:rPr lang="en-US" dirty="0"/>
              <a:t>Lack of participation</a:t>
            </a:r>
          </a:p>
          <a:p>
            <a:r>
              <a:rPr lang="en-US" dirty="0"/>
              <a:t>Lack of open-mindedness</a:t>
            </a:r>
          </a:p>
          <a:p>
            <a:r>
              <a:rPr lang="en-US" dirty="0"/>
              <a:t>Lack of trust and transparency</a:t>
            </a:r>
          </a:p>
          <a:p>
            <a:r>
              <a:rPr lang="en-US" dirty="0"/>
              <a:t>Lack of patience and organization</a:t>
            </a:r>
            <a:endParaRPr lang="en-IN" dirty="0"/>
          </a:p>
        </p:txBody>
      </p:sp>
      <p:sp>
        <p:nvSpPr>
          <p:cNvPr id="4" name="Slide Number Placeholder 3">
            <a:extLst>
              <a:ext uri="{FF2B5EF4-FFF2-40B4-BE49-F238E27FC236}">
                <a16:creationId xmlns:a16="http://schemas.microsoft.com/office/drawing/2014/main" id="{D54E0DC8-C300-C745-61BA-524B88B30948}"/>
              </a:ext>
            </a:extLst>
          </p:cNvPr>
          <p:cNvSpPr>
            <a:spLocks noGrp="1"/>
          </p:cNvSpPr>
          <p:nvPr>
            <p:ph type="sldNum" sz="quarter" idx="12"/>
          </p:nvPr>
        </p:nvSpPr>
        <p:spPr/>
        <p:txBody>
          <a:bodyPr/>
          <a:lstStyle/>
          <a:p>
            <a:fld id="{0BB74F6D-C696-44E3-8212-3069F7AC46F6}" type="slidenum">
              <a:rPr lang="en-IN" smtClean="0"/>
              <a:t>27</a:t>
            </a:fld>
            <a:endParaRPr lang="en-IN"/>
          </a:p>
        </p:txBody>
      </p:sp>
    </p:spTree>
    <p:extLst>
      <p:ext uri="{BB962C8B-B14F-4D97-AF65-F5344CB8AC3E}">
        <p14:creationId xmlns:p14="http://schemas.microsoft.com/office/powerpoint/2010/main" val="2905347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1A9F4-6D1D-B018-7DAE-8AFC00F39E23}"/>
              </a:ext>
            </a:extLst>
          </p:cNvPr>
          <p:cNvSpPr>
            <a:spLocks noGrp="1"/>
          </p:cNvSpPr>
          <p:nvPr>
            <p:ph type="title"/>
          </p:nvPr>
        </p:nvSpPr>
        <p:spPr/>
        <p:txBody>
          <a:bodyPr/>
          <a:lstStyle/>
          <a:p>
            <a:r>
              <a:rPr lang="en-IN" dirty="0"/>
              <a:t>Steps to overcome the different types of Barriers:</a:t>
            </a:r>
          </a:p>
        </p:txBody>
      </p:sp>
      <p:sp>
        <p:nvSpPr>
          <p:cNvPr id="3" name="Content Placeholder 2">
            <a:extLst>
              <a:ext uri="{FF2B5EF4-FFF2-40B4-BE49-F238E27FC236}">
                <a16:creationId xmlns:a16="http://schemas.microsoft.com/office/drawing/2014/main" id="{53D5B1EE-6FFF-7D2C-6FE7-AB91BBFA9944}"/>
              </a:ext>
            </a:extLst>
          </p:cNvPr>
          <p:cNvSpPr>
            <a:spLocks noGrp="1"/>
          </p:cNvSpPr>
          <p:nvPr>
            <p:ph idx="1"/>
          </p:nvPr>
        </p:nvSpPr>
        <p:spPr>
          <a:xfrm>
            <a:off x="752331" y="2089863"/>
            <a:ext cx="8946541" cy="4195481"/>
          </a:xfrm>
        </p:spPr>
        <p:txBody>
          <a:bodyPr>
            <a:normAutofit lnSpcReduction="10000"/>
          </a:bodyPr>
          <a:lstStyle/>
          <a:p>
            <a:pPr>
              <a:buFont typeface="Wingdings" panose="05000000000000000000" pitchFamily="2" charset="2"/>
              <a:buChar char="Ø"/>
            </a:pPr>
            <a:r>
              <a:rPr lang="en-IN" dirty="0"/>
              <a:t>Ensure clarity in message and look for genuine feedback</a:t>
            </a:r>
          </a:p>
          <a:p>
            <a:pPr>
              <a:buFont typeface="Wingdings" panose="05000000000000000000" pitchFamily="2" charset="2"/>
              <a:buChar char="Ø"/>
            </a:pPr>
            <a:r>
              <a:rPr lang="en-IN" dirty="0"/>
              <a:t>Understand others’ emotions</a:t>
            </a:r>
          </a:p>
          <a:p>
            <a:pPr>
              <a:buFont typeface="Wingdings" panose="05000000000000000000" pitchFamily="2" charset="2"/>
              <a:buChar char="Ø"/>
            </a:pPr>
            <a:r>
              <a:rPr lang="en-IN" dirty="0"/>
              <a:t>Understand other cultures and language variations and use the appropriate variety in the given context.</a:t>
            </a:r>
          </a:p>
          <a:p>
            <a:pPr>
              <a:buFont typeface="Wingdings" panose="05000000000000000000" pitchFamily="2" charset="2"/>
              <a:buChar char="Ø"/>
            </a:pPr>
            <a:r>
              <a:rPr lang="en-IN" dirty="0"/>
              <a:t>Make sure that information overload does not affect the communication environment adversely.</a:t>
            </a:r>
          </a:p>
          <a:p>
            <a:pPr>
              <a:buFont typeface="Wingdings" panose="05000000000000000000" pitchFamily="2" charset="2"/>
              <a:buChar char="Ø"/>
            </a:pPr>
            <a:r>
              <a:rPr lang="en-IN" dirty="0"/>
              <a:t>Maintain openness and acknowledge that people have different perceptions and views regarding things.</a:t>
            </a:r>
          </a:p>
          <a:p>
            <a:pPr>
              <a:buFont typeface="Wingdings" panose="05000000000000000000" pitchFamily="2" charset="2"/>
              <a:buChar char="Ø"/>
            </a:pPr>
            <a:r>
              <a:rPr lang="en-IN" dirty="0"/>
              <a:t>Listen attentively to others.</a:t>
            </a:r>
          </a:p>
          <a:p>
            <a:pPr>
              <a:buFont typeface="Wingdings" panose="05000000000000000000" pitchFamily="2" charset="2"/>
              <a:buChar char="Ø"/>
            </a:pPr>
            <a:r>
              <a:rPr lang="en-IN" dirty="0"/>
              <a:t>Speak with clarity and conviction. </a:t>
            </a:r>
          </a:p>
          <a:p>
            <a:pPr>
              <a:buFont typeface="Wingdings" panose="05000000000000000000" pitchFamily="2" charset="2"/>
              <a:buChar char="Ø"/>
            </a:pPr>
            <a:r>
              <a:rPr lang="en-IN" dirty="0"/>
              <a:t>Encourage innovative ideas and views so that people do not live in fears.</a:t>
            </a:r>
          </a:p>
          <a:p>
            <a:pPr marL="0" indent="0">
              <a:buNone/>
            </a:pPr>
            <a:endParaRPr lang="en-IN" dirty="0"/>
          </a:p>
        </p:txBody>
      </p:sp>
      <p:sp>
        <p:nvSpPr>
          <p:cNvPr id="4" name="Slide Number Placeholder 3">
            <a:extLst>
              <a:ext uri="{FF2B5EF4-FFF2-40B4-BE49-F238E27FC236}">
                <a16:creationId xmlns:a16="http://schemas.microsoft.com/office/drawing/2014/main" id="{D371123E-0AF0-BFE5-4592-6D8B042F9F98}"/>
              </a:ext>
            </a:extLst>
          </p:cNvPr>
          <p:cNvSpPr>
            <a:spLocks noGrp="1"/>
          </p:cNvSpPr>
          <p:nvPr>
            <p:ph type="sldNum" sz="quarter" idx="12"/>
          </p:nvPr>
        </p:nvSpPr>
        <p:spPr/>
        <p:txBody>
          <a:bodyPr/>
          <a:lstStyle/>
          <a:p>
            <a:fld id="{0BB74F6D-C696-44E3-8212-3069F7AC46F6}" type="slidenum">
              <a:rPr lang="en-IN" smtClean="0"/>
              <a:t>28</a:t>
            </a:fld>
            <a:endParaRPr lang="en-IN"/>
          </a:p>
        </p:txBody>
      </p:sp>
    </p:spTree>
    <p:extLst>
      <p:ext uri="{BB962C8B-B14F-4D97-AF65-F5344CB8AC3E}">
        <p14:creationId xmlns:p14="http://schemas.microsoft.com/office/powerpoint/2010/main" val="837136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INTERPERSONAL  SKILLS</a:t>
            </a:r>
            <a:br>
              <a:rPr lang="en-IN" dirty="0"/>
            </a:br>
            <a:endParaRPr lang="en-IN" dirty="0"/>
          </a:p>
        </p:txBody>
      </p:sp>
      <p:sp>
        <p:nvSpPr>
          <p:cNvPr id="3" name="Content Placeholder 2"/>
          <p:cNvSpPr>
            <a:spLocks noGrp="1"/>
          </p:cNvSpPr>
          <p:nvPr>
            <p:ph idx="1"/>
          </p:nvPr>
        </p:nvSpPr>
        <p:spPr>
          <a:xfrm>
            <a:off x="879378" y="1825255"/>
            <a:ext cx="5931970" cy="4195481"/>
          </a:xfrm>
        </p:spPr>
        <p:txBody>
          <a:bodyPr/>
          <a:lstStyle/>
          <a:p>
            <a:r>
              <a:rPr lang="en-US" dirty="0"/>
              <a:t>	The ability which enables a person to understand others and to make others understand him.</a:t>
            </a:r>
            <a:endParaRPr lang="en-IN" dirty="0"/>
          </a:p>
          <a:p>
            <a:r>
              <a:rPr lang="en-US" dirty="0"/>
              <a:t>They are also known as ‘people skills’, soft skills and  Human skills</a:t>
            </a:r>
            <a:endParaRPr lang="en-IN" dirty="0"/>
          </a:p>
          <a:p>
            <a:r>
              <a:rPr lang="en-US" dirty="0"/>
              <a:t>Very essential for interpersonal communication.</a:t>
            </a:r>
            <a:endParaRPr lang="en-IN" dirty="0"/>
          </a:p>
          <a:p>
            <a:r>
              <a:rPr lang="en-US" dirty="0"/>
              <a:t>Trust and cooperation can be generated</a:t>
            </a:r>
            <a:endParaRPr lang="en-IN" dirty="0"/>
          </a:p>
          <a:p>
            <a:r>
              <a:rPr lang="en-US" dirty="0"/>
              <a:t> can be motivated to share information in the right spirit</a:t>
            </a:r>
            <a:endParaRPr lang="en-IN" dirty="0"/>
          </a:p>
        </p:txBody>
      </p:sp>
      <p:sp>
        <p:nvSpPr>
          <p:cNvPr id="4" name="Slide Number Placeholder 3"/>
          <p:cNvSpPr>
            <a:spLocks noGrp="1"/>
          </p:cNvSpPr>
          <p:nvPr>
            <p:ph type="sldNum" sz="quarter" idx="12"/>
          </p:nvPr>
        </p:nvSpPr>
        <p:spPr/>
        <p:txBody>
          <a:bodyPr/>
          <a:lstStyle/>
          <a:p>
            <a:fld id="{0BB74F6D-C696-44E3-8212-3069F7AC46F6}" type="slidenum">
              <a:rPr lang="en-IN" smtClean="0"/>
              <a:pPr/>
              <a:t>29</a:t>
            </a:fld>
            <a:endParaRPr lang="en-IN"/>
          </a:p>
        </p:txBody>
      </p:sp>
      <p:pic>
        <p:nvPicPr>
          <p:cNvPr id="5" name="Picture 4"/>
          <p:cNvPicPr>
            <a:picLocks noChangeAspect="1"/>
          </p:cNvPicPr>
          <p:nvPr/>
        </p:nvPicPr>
        <p:blipFill>
          <a:blip r:embed="rId2"/>
          <a:stretch>
            <a:fillRect/>
          </a:stretch>
        </p:blipFill>
        <p:spPr>
          <a:xfrm>
            <a:off x="7260132" y="1853248"/>
            <a:ext cx="4806186" cy="3600000"/>
          </a:xfrm>
          <a:prstGeom prst="rect">
            <a:avLst/>
          </a:prstGeom>
        </p:spPr>
      </p:pic>
    </p:spTree>
    <p:extLst>
      <p:ext uri="{BB962C8B-B14F-4D97-AF65-F5344CB8AC3E}">
        <p14:creationId xmlns:p14="http://schemas.microsoft.com/office/powerpoint/2010/main" val="39715276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E7850-9BAF-ADAF-7444-4F75A01A525D}"/>
              </a:ext>
            </a:extLst>
          </p:cNvPr>
          <p:cNvSpPr>
            <a:spLocks noGrp="1"/>
          </p:cNvSpPr>
          <p:nvPr>
            <p:ph type="title"/>
          </p:nvPr>
        </p:nvSpPr>
        <p:spPr/>
        <p:txBody>
          <a:bodyPr/>
          <a:lstStyle/>
          <a:p>
            <a:r>
              <a:rPr lang="en-IN" dirty="0"/>
              <a:t>Importance of Interpersonal skills</a:t>
            </a:r>
          </a:p>
        </p:txBody>
      </p:sp>
      <p:sp>
        <p:nvSpPr>
          <p:cNvPr id="3" name="Content Placeholder 2">
            <a:extLst>
              <a:ext uri="{FF2B5EF4-FFF2-40B4-BE49-F238E27FC236}">
                <a16:creationId xmlns:a16="http://schemas.microsoft.com/office/drawing/2014/main" id="{6FF84855-B8D7-C198-881D-DB7EC8FC0D9F}"/>
              </a:ext>
            </a:extLst>
          </p:cNvPr>
          <p:cNvSpPr>
            <a:spLocks noGrp="1"/>
          </p:cNvSpPr>
          <p:nvPr>
            <p:ph idx="1"/>
          </p:nvPr>
        </p:nvSpPr>
        <p:spPr/>
        <p:txBody>
          <a:bodyPr/>
          <a:lstStyle/>
          <a:p>
            <a:r>
              <a:rPr lang="en-IN" dirty="0"/>
              <a:t>Brings in the good image</a:t>
            </a:r>
          </a:p>
          <a:p>
            <a:r>
              <a:rPr lang="en-IN" dirty="0"/>
              <a:t>You show self awareness</a:t>
            </a:r>
          </a:p>
          <a:p>
            <a:r>
              <a:rPr lang="en-IN" dirty="0"/>
              <a:t>They make you relatable</a:t>
            </a:r>
          </a:p>
          <a:p>
            <a:r>
              <a:rPr lang="en-IN" dirty="0"/>
              <a:t>Helps to be empathetic and a better person</a:t>
            </a:r>
          </a:p>
          <a:p>
            <a:r>
              <a:rPr lang="en-IN" dirty="0"/>
              <a:t>Helps to express ideas and thoughts/feelings</a:t>
            </a:r>
          </a:p>
          <a:p>
            <a:r>
              <a:rPr lang="en-IN" dirty="0"/>
              <a:t>Builds confidence </a:t>
            </a:r>
          </a:p>
          <a:p>
            <a:r>
              <a:rPr lang="en-IN" dirty="0"/>
              <a:t>Value diversity, individual respect and different customs</a:t>
            </a:r>
          </a:p>
        </p:txBody>
      </p:sp>
      <p:sp>
        <p:nvSpPr>
          <p:cNvPr id="4" name="Slide Number Placeholder 3">
            <a:extLst>
              <a:ext uri="{FF2B5EF4-FFF2-40B4-BE49-F238E27FC236}">
                <a16:creationId xmlns:a16="http://schemas.microsoft.com/office/drawing/2014/main" id="{70F9A7D3-8F10-0F9D-3DB0-7BD8E5113B44}"/>
              </a:ext>
            </a:extLst>
          </p:cNvPr>
          <p:cNvSpPr>
            <a:spLocks noGrp="1"/>
          </p:cNvSpPr>
          <p:nvPr>
            <p:ph type="sldNum" sz="quarter" idx="12"/>
          </p:nvPr>
        </p:nvSpPr>
        <p:spPr/>
        <p:txBody>
          <a:bodyPr/>
          <a:lstStyle/>
          <a:p>
            <a:fld id="{0BB74F6D-C696-44E3-8212-3069F7AC46F6}" type="slidenum">
              <a:rPr lang="en-IN" smtClean="0"/>
              <a:t>30</a:t>
            </a:fld>
            <a:endParaRPr lang="en-IN"/>
          </a:p>
        </p:txBody>
      </p:sp>
    </p:spTree>
    <p:extLst>
      <p:ext uri="{BB962C8B-B14F-4D97-AF65-F5344CB8AC3E}">
        <p14:creationId xmlns:p14="http://schemas.microsoft.com/office/powerpoint/2010/main" val="31658799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074F9-C94B-DE2D-A09F-39785747CAE3}"/>
              </a:ext>
            </a:extLst>
          </p:cNvPr>
          <p:cNvSpPr>
            <a:spLocks noGrp="1"/>
          </p:cNvSpPr>
          <p:nvPr>
            <p:ph type="title"/>
          </p:nvPr>
        </p:nvSpPr>
        <p:spPr/>
        <p:txBody>
          <a:bodyPr/>
          <a:lstStyle/>
          <a:p>
            <a:r>
              <a:rPr lang="en-IN" dirty="0"/>
              <a:t>Intrapersonal Skills </a:t>
            </a:r>
          </a:p>
        </p:txBody>
      </p:sp>
      <p:sp>
        <p:nvSpPr>
          <p:cNvPr id="3" name="Content Placeholder 2">
            <a:extLst>
              <a:ext uri="{FF2B5EF4-FFF2-40B4-BE49-F238E27FC236}">
                <a16:creationId xmlns:a16="http://schemas.microsoft.com/office/drawing/2014/main" id="{4A40CBCE-F697-A2A5-B1A5-FE13A8A61D54}"/>
              </a:ext>
            </a:extLst>
          </p:cNvPr>
          <p:cNvSpPr>
            <a:spLocks noGrp="1"/>
          </p:cNvSpPr>
          <p:nvPr>
            <p:ph idx="1"/>
          </p:nvPr>
        </p:nvSpPr>
        <p:spPr/>
        <p:txBody>
          <a:bodyPr/>
          <a:lstStyle/>
          <a:p>
            <a:r>
              <a:rPr lang="en-IN" dirty="0"/>
              <a:t>It implies individual reflection, contemplation, and meditation. The ability to enable you to effectively control your :</a:t>
            </a:r>
          </a:p>
          <a:p>
            <a:pPr lvl="1">
              <a:buFont typeface="Wingdings" panose="05000000000000000000" pitchFamily="2" charset="2"/>
              <a:buChar char="§"/>
            </a:pPr>
            <a:r>
              <a:rPr lang="en-IN" dirty="0"/>
              <a:t>      Emotions</a:t>
            </a:r>
          </a:p>
          <a:p>
            <a:pPr lvl="1">
              <a:buFont typeface="Wingdings" panose="05000000000000000000" pitchFamily="2" charset="2"/>
              <a:buChar char="§"/>
            </a:pPr>
            <a:r>
              <a:rPr lang="en-IN" dirty="0"/>
              <a:t>      Create objectives</a:t>
            </a:r>
          </a:p>
          <a:p>
            <a:pPr lvl="1">
              <a:buFont typeface="Wingdings" panose="05000000000000000000" pitchFamily="2" charset="2"/>
              <a:buChar char="§"/>
            </a:pPr>
            <a:r>
              <a:rPr lang="en-IN" dirty="0"/>
              <a:t>       Self motivate</a:t>
            </a:r>
          </a:p>
          <a:p>
            <a:pPr lvl="1">
              <a:buFont typeface="Wingdings" panose="05000000000000000000" pitchFamily="2" charset="2"/>
              <a:buChar char="§"/>
            </a:pPr>
            <a:r>
              <a:rPr lang="en-IN" dirty="0"/>
              <a:t>       Dealing with distractions</a:t>
            </a:r>
          </a:p>
          <a:p>
            <a:pPr lvl="1">
              <a:buFont typeface="Wingdings" panose="05000000000000000000" pitchFamily="2" charset="2"/>
              <a:buChar char="§"/>
            </a:pPr>
            <a:r>
              <a:rPr lang="en-IN" dirty="0"/>
              <a:t>       Strategize and modify your approach </a:t>
            </a:r>
          </a:p>
        </p:txBody>
      </p:sp>
      <p:sp>
        <p:nvSpPr>
          <p:cNvPr id="4" name="Slide Number Placeholder 3">
            <a:extLst>
              <a:ext uri="{FF2B5EF4-FFF2-40B4-BE49-F238E27FC236}">
                <a16:creationId xmlns:a16="http://schemas.microsoft.com/office/drawing/2014/main" id="{C0806D48-94A3-6037-9619-79A49271DE50}"/>
              </a:ext>
            </a:extLst>
          </p:cNvPr>
          <p:cNvSpPr>
            <a:spLocks noGrp="1"/>
          </p:cNvSpPr>
          <p:nvPr>
            <p:ph type="sldNum" sz="quarter" idx="12"/>
          </p:nvPr>
        </p:nvSpPr>
        <p:spPr/>
        <p:txBody>
          <a:bodyPr/>
          <a:lstStyle/>
          <a:p>
            <a:fld id="{0BB74F6D-C696-44E3-8212-3069F7AC46F6}" type="slidenum">
              <a:rPr lang="en-IN" smtClean="0"/>
              <a:t>31</a:t>
            </a:fld>
            <a:endParaRPr lang="en-IN"/>
          </a:p>
        </p:txBody>
      </p:sp>
    </p:spTree>
    <p:extLst>
      <p:ext uri="{BB962C8B-B14F-4D97-AF65-F5344CB8AC3E}">
        <p14:creationId xmlns:p14="http://schemas.microsoft.com/office/powerpoint/2010/main" val="39519891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928A7-4988-4BA9-D582-84E5A55143A2}"/>
              </a:ext>
            </a:extLst>
          </p:cNvPr>
          <p:cNvSpPr>
            <a:spLocks noGrp="1"/>
          </p:cNvSpPr>
          <p:nvPr>
            <p:ph type="title"/>
          </p:nvPr>
        </p:nvSpPr>
        <p:spPr>
          <a:xfrm>
            <a:off x="3097764" y="3186587"/>
            <a:ext cx="6841103" cy="1400530"/>
          </a:xfrm>
        </p:spPr>
        <p:txBody>
          <a:bodyPr/>
          <a:lstStyle/>
          <a:p>
            <a:r>
              <a:rPr lang="en-IN" dirty="0"/>
              <a:t>THANK YOU</a:t>
            </a:r>
          </a:p>
        </p:txBody>
      </p:sp>
      <p:sp>
        <p:nvSpPr>
          <p:cNvPr id="3" name="Content Placeholder 2">
            <a:extLst>
              <a:ext uri="{FF2B5EF4-FFF2-40B4-BE49-F238E27FC236}">
                <a16:creationId xmlns:a16="http://schemas.microsoft.com/office/drawing/2014/main" id="{69DECDF1-F2A3-1E4D-788E-ECC443D2E080}"/>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4263527C-4409-E23E-3147-9FED2942DCF9}"/>
              </a:ext>
            </a:extLst>
          </p:cNvPr>
          <p:cNvSpPr>
            <a:spLocks noGrp="1"/>
          </p:cNvSpPr>
          <p:nvPr>
            <p:ph type="sldNum" sz="quarter" idx="12"/>
          </p:nvPr>
        </p:nvSpPr>
        <p:spPr/>
        <p:txBody>
          <a:bodyPr/>
          <a:lstStyle/>
          <a:p>
            <a:fld id="{0BB74F6D-C696-44E3-8212-3069F7AC46F6}" type="slidenum">
              <a:rPr lang="en-IN" smtClean="0"/>
              <a:t>32</a:t>
            </a:fld>
            <a:endParaRPr lang="en-IN"/>
          </a:p>
        </p:txBody>
      </p:sp>
    </p:spTree>
    <p:extLst>
      <p:ext uri="{BB962C8B-B14F-4D97-AF65-F5344CB8AC3E}">
        <p14:creationId xmlns:p14="http://schemas.microsoft.com/office/powerpoint/2010/main" val="20806009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105991</TotalTime>
  <Words>1373</Words>
  <Application>Microsoft Office PowerPoint</Application>
  <PresentationFormat>Widescreen</PresentationFormat>
  <Paragraphs>202</Paragraphs>
  <Slides>32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Century Gothic</vt:lpstr>
      <vt:lpstr>Wingdings</vt:lpstr>
      <vt:lpstr>Wingdings 3</vt:lpstr>
      <vt:lpstr>Ion</vt:lpstr>
      <vt:lpstr>Communication </vt:lpstr>
      <vt:lpstr>Communication</vt:lpstr>
      <vt:lpstr>Process of Communication </vt:lpstr>
      <vt:lpstr>Importance of Communication  </vt:lpstr>
      <vt:lpstr>Features of successful Professional Communication</vt:lpstr>
      <vt:lpstr>Types of Communication</vt:lpstr>
      <vt:lpstr>Verbal communication- 2 Types</vt:lpstr>
      <vt:lpstr>Advantages of Oral Communication</vt:lpstr>
      <vt:lpstr>VERBAL COMMUNICATION:</vt:lpstr>
      <vt:lpstr>Written Communication</vt:lpstr>
      <vt:lpstr>Non Verbal Communication</vt:lpstr>
      <vt:lpstr>Meharbian’s Communication Model </vt:lpstr>
      <vt:lpstr>Non-Verbal  communication</vt:lpstr>
      <vt:lpstr>Non Verbal communication</vt:lpstr>
      <vt:lpstr>Oculesics: </vt:lpstr>
      <vt:lpstr>FORMS OF COMMUNICATION</vt:lpstr>
      <vt:lpstr>Formal Communication  </vt:lpstr>
      <vt:lpstr>Informal Communication </vt:lpstr>
      <vt:lpstr>Barriers to Effective Communication </vt:lpstr>
      <vt:lpstr>Barriers to Effective Communication- Physical Barriers: </vt:lpstr>
      <vt:lpstr>Barriers to Effective Communication -Semantic (language) </vt:lpstr>
      <vt:lpstr>Barriers to Effective Communication – Psychological Barriers: </vt:lpstr>
      <vt:lpstr>Barriers to Effective Communication – Cultural Barriers: </vt:lpstr>
      <vt:lpstr>PowerPoint Presentation</vt:lpstr>
      <vt:lpstr>Barriers to Effective Communication – Perceptual Barriers</vt:lpstr>
      <vt:lpstr>Barriers to Effective Communication – Gender Barriers:</vt:lpstr>
      <vt:lpstr>Barriers to Effective Communication – Interpersonal Barriers:</vt:lpstr>
      <vt:lpstr>Steps to overcome the different types of Barriers:</vt:lpstr>
      <vt:lpstr>INTERPERSONAL  SKILLS </vt:lpstr>
      <vt:lpstr>Importance of Interpersonal skills</vt:lpstr>
      <vt:lpstr>Intrapersonal Skills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Goverdhan P.V [MUBC]</dc:creator>
  <cp:lastModifiedBy>R23PCS07 Goverdhan Vishwanath</cp:lastModifiedBy>
  <cp:revision>140</cp:revision>
  <dcterms:created xsi:type="dcterms:W3CDTF">2017-02-06T14:46:03Z</dcterms:created>
  <dcterms:modified xsi:type="dcterms:W3CDTF">2024-11-09T17:49:57Z</dcterms:modified>
</cp:coreProperties>
</file>