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6" autoAdjust="0"/>
    <p:restoredTop sz="10000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9525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4572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0" charset="0"/>
              <a:buChar char="●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660678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1" name="对象"/>
          <p:cNvSpPr>
            <a:spLocks noGrp="1"/>
          </p:cNvSpPr>
          <p:nvPr>
            <p:ph type="sldImg" idx="2"/>
          </p:nvPr>
        </p:nvSpPr>
        <p:spPr>
          <a:xfrm rot="0">
            <a:off x="381000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9525" cmpd="sng" cap="flat">
            <a:solidFill>
              <a:srgbClr val="000000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1135510918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0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434796731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3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238050609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7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523930258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1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537481609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4" name="对象"/>
          <p:cNvSpPr>
            <a:spLocks noGrp="1"/>
          </p:cNvSpPr>
          <p:nvPr>
            <p:ph type="sldImg" idx="2"/>
          </p:nvPr>
        </p:nvSpPr>
        <p:spPr>
          <a:xfrm rot="0">
            <a:off x="381000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9525" cmpd="sng" cap="flat">
            <a:solidFill>
              <a:srgbClr val="000000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313858994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3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16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subTitle" idx="1"/>
          </p:nvPr>
        </p:nvSpPr>
        <p:spPr>
          <a:xfrm rot="0">
            <a:off x="1524000" y="3602038"/>
            <a:ext cx="9144000" cy="165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24" name="文本框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97892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78385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920870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342541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535328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656577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411502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14692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234047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24316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57059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838200" y="365124"/>
            <a:ext cx="10515600" cy="132556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838200" y="1825625"/>
            <a:ext cx="10515600" cy="4351338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endParaRPr lang="zh-CN" altLang="en-US"/>
          </a:p>
        </p:txBody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038600" y="6356349"/>
            <a:ext cx="411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45700" rIns="91425" bIns="4570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2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106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45700" rIns="91425" bIns="4570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pic>
        <p:nvPicPr>
          <p:cNvPr id="13" name="图片"/>
          <p:cNvPicPr>
            <a:picLocks xmlns:a="http://schemas.openxmlformats.org/drawingml/2006/main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6300607"/>
            <a:ext cx="2105247" cy="53279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533374768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838200" y="1825625"/>
            <a:ext cx="10515600" cy="43513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itchFamily="0" charset="0"/>
              <a:buChar char="•"/>
            </a:pP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99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 rot="0">
            <a:off x="1952551" y="2267677"/>
            <a:ext cx="7924800" cy="5232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solidFill>
                  <a:srgbClr val="00206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 Mini Project Presentation </a:t>
            </a:r>
            <a:endParaRPr lang="zh-CN" altLang="en-US" sz="2000" b="1" i="0" u="none" strike="noStrike" kern="0" cap="none" spc="0" baseline="0">
              <a:solidFill>
                <a:srgbClr val="002060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1898273" y="2952564"/>
            <a:ext cx="9067800" cy="11772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C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‘</a:t>
            </a:r>
            <a:r>
              <a:rPr lang="en-US" altLang="zh-CN" sz="2400" b="1" i="0" u="none" strike="noStrike" kern="0" cap="none" spc="0" baseline="0">
                <a:solidFill>
                  <a:srgbClr val="C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Project Title</a:t>
            </a:r>
            <a:r>
              <a:rPr lang="en-US" altLang="zh-CN" sz="2400" b="1" i="0" u="none" strike="noStrike" kern="0" cap="none" spc="0" baseline="0">
                <a:solidFill>
                  <a:srgbClr val="C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’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>
              <a:solidFill>
                <a:srgbClr val="C00000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1" i="0" u="none" strike="noStrike" kern="0" cap="none" spc="0" baseline="0">
              <a:solidFill>
                <a:srgbClr val="C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502748" y="4278870"/>
            <a:ext cx="4696571" cy="662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sng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Student Names: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6739975" y="4152849"/>
            <a:ext cx="4226100" cy="169064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sng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Guide Name: 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1" i="0" u="none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</a:rPr>
              <a:t>Mrs Varshitha M K</a:t>
            </a:r>
            <a:r>
              <a:rPr lang="en-US" altLang="zh-CN" sz="2300" b="1" i="0" u="none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 , </a:t>
            </a:r>
            <a:endParaRPr lang="en-US" altLang="zh-CN" sz="2300" b="1" i="0" u="none" strike="noStrike" kern="0" cap="none" spc="0" baseline="0">
              <a:solidFill>
                <a:srgbClr val="002060"/>
              </a:solidFill>
              <a:latin typeface="Libre Baskerville" pitchFamily="0" charset="0"/>
              <a:ea typeface="Libre Baskerville" pitchFamily="0" charset="0"/>
              <a:cs typeface="Libre Baskerville" pitchFamily="0" charset="0"/>
              <a:sym typeface="Libre Baskerville" pitchFamily="0" charset="0"/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1" i="0" u="none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</a:rPr>
              <a:t>Assistant </a:t>
            </a:r>
            <a:r>
              <a:rPr lang="en-US" altLang="zh-CN" sz="2300" b="1" i="0" u="none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 </a:t>
            </a:r>
            <a:r>
              <a:rPr lang="en-US" altLang="zh-CN" sz="2300" b="1" i="0" u="none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Professor</a:t>
            </a:r>
            <a:endParaRPr lang="en-US" altLang="zh-CN" sz="2300" b="1" i="0" u="none" strike="noStrike" kern="0" cap="none" spc="0" baseline="0">
              <a:solidFill>
                <a:srgbClr val="002060"/>
              </a:solidFill>
              <a:latin typeface="Libre Baskerville" pitchFamily="0" charset="0"/>
              <a:ea typeface="Libre Baskerville" pitchFamily="0" charset="0"/>
              <a:cs typeface="Libre Baskerville" pitchFamily="0" charset="0"/>
              <a:sym typeface="Libre Baskerville" pitchFamily="0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1" i="0" u="none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Dept. of CSE, RNSIT</a:t>
            </a:r>
            <a:endParaRPr lang="zh-CN" altLang="en-US" sz="13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pic>
        <p:nvPicPr>
          <p:cNvPr id="18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204360" y="430967"/>
            <a:ext cx="1260505" cy="134914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9" name="矩形"/>
          <p:cNvSpPr>
            <a:spLocks/>
          </p:cNvSpPr>
          <p:nvPr/>
        </p:nvSpPr>
        <p:spPr>
          <a:xfrm rot="0">
            <a:off x="1562700" y="695251"/>
            <a:ext cx="9791099" cy="15106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00" b="1" i="0" u="none" strike="noStrike" kern="0" cap="none" spc="0" baseline="0">
                <a:solidFill>
                  <a:srgbClr val="00206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RNS INSTITUTE OF TECHNOLOGY</a:t>
            </a:r>
            <a:endParaRPr lang="en-US" altLang="zh-CN" sz="13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00" b="0" i="0" u="none" strike="noStrike" kern="0" cap="none" spc="0" baseline="0">
                <a:solidFill>
                  <a:srgbClr val="C00000"/>
                </a:solidFill>
                <a:latin typeface="Libre Baskerville" pitchFamily="0" charset="0"/>
                <a:ea typeface="Libre Baskerville" pitchFamily="0" charset="0"/>
                <a:cs typeface="Libre Baskerville" pitchFamily="0" charset="0"/>
                <a:sym typeface="Libre Baskerville" pitchFamily="0" charset="0"/>
              </a:rPr>
              <a:t>Department of Computer Science &amp; Engineering</a:t>
            </a:r>
            <a:endParaRPr lang="en-US" altLang="zh-CN" sz="3200" b="0" i="0" u="none" strike="noStrike" kern="0" cap="none" spc="0" baseline="0">
              <a:solidFill>
                <a:srgbClr val="C00000"/>
              </a:solidFill>
              <a:latin typeface="Libre Baskerville" pitchFamily="0" charset="0"/>
              <a:ea typeface="Libre Baskerville" pitchFamily="0" charset="0"/>
              <a:cs typeface="Libre Baskerville" pitchFamily="0" charset="0"/>
              <a:sym typeface="Libre Baskervill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200" b="0" i="0" u="none" strike="noStrike" kern="0" cap="none" spc="0" baseline="0">
              <a:solidFill>
                <a:srgbClr val="C00000"/>
              </a:solidFill>
              <a:latin typeface="Libre Baskerville" pitchFamily="0" charset="0"/>
              <a:ea typeface="Libre Baskerville" pitchFamily="0" charset="0"/>
              <a:cs typeface="Libre Baskerville" pitchFamily="0" charset="0"/>
              <a:sym typeface="Libre Baskervill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98503"/>
      </p:ext>
    </p:extLst>
  </p:cSld>
  <p:clrMapOvr>
    <a:masterClrMapping/>
  </p:clrMapOvr>
  <p:transition spd="slow">
    <p:fade/>
  </p:transition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0" cap="none" spc="0" baseline="0">
                <a:solidFill>
                  <a:srgbClr val="0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Introduction of the Topic</a:t>
            </a:r>
            <a:endParaRPr lang="zh-CN" altLang="en-US" sz="60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subTitle" idx="1"/>
          </p:nvPr>
        </p:nvSpPr>
        <p:spPr>
          <a:xfrm rot="0">
            <a:off x="1524000" y="3602038"/>
            <a:ext cx="9144000" cy="165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Contents to be bulleted.</a:t>
            </a:r>
            <a:endParaRPr lang="en-US" altLang="zh-CN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No paragraphs are allowed</a:t>
            </a:r>
            <a:endParaRPr lang="zh-CN" altLang="en-US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4161767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>
            <a:spLocks noGrp="1"/>
          </p:cNvSpPr>
          <p:nvPr>
            <p:ph type="ctrTitle"/>
          </p:nvPr>
        </p:nvSpPr>
        <p:spPr>
          <a:xfrm rot="0">
            <a:off x="1524000" y="1946400"/>
            <a:ext cx="9414301" cy="21471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0" i="0" u="none" strike="noStrike" kern="0" cap="none" spc="0" baseline="0">
                <a:solidFill>
                  <a:srgbClr val="0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Problem Statement</a:t>
            </a:r>
            <a:endParaRPr lang="en-US" altLang="zh-CN" sz="54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3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0" cap="none" spc="0" baseline="0">
                <a:solidFill>
                  <a:srgbClr val="0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Brief problem statement not </a:t>
            </a:r>
            <a:r>
              <a:rPr lang="en-US" altLang="zh-CN" sz="2300" b="0" i="0" u="none" strike="noStrike" kern="0" cap="none" spc="0" baseline="0">
                <a:solidFill>
                  <a:srgbClr val="0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exceeding</a:t>
            </a:r>
            <a:r>
              <a:rPr lang="en-US" altLang="zh-CN" sz="2300" b="0" i="0" u="none" strike="noStrike" kern="0" cap="none" spc="0" baseline="0">
                <a:solidFill>
                  <a:srgbClr val="000000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 more than 2-3 lines</a:t>
            </a:r>
            <a:endParaRPr lang="en-US" altLang="zh-CN" sz="23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54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671851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About Datasets,Algorithms,Modules,methods etc</a:t>
            </a:r>
            <a:endParaRPr lang="zh-CN" altLang="en-US" sz="5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5" name="文本框"/>
          <p:cNvSpPr>
            <a:spLocks noGrp="1"/>
          </p:cNvSpPr>
          <p:nvPr>
            <p:ph type="subTitle" idx="1"/>
          </p:nvPr>
        </p:nvSpPr>
        <p:spPr>
          <a:xfrm rot="0">
            <a:off x="1524000" y="3602038"/>
            <a:ext cx="9144000" cy="165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Diagram or flowchart of the system architecture.</a:t>
            </a:r>
            <a:endParaRPr lang="en-US" altLang="zh-CN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Label key components of the project (e.g., Input, Process, Output).</a:t>
            </a:r>
            <a:endParaRPr lang="en-US" altLang="zh-CN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4448221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Results screenshot</a:t>
            </a:r>
            <a:endParaRPr lang="zh-CN" altLang="en-US" sz="6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subTitle" idx="1"/>
          </p:nvPr>
        </p:nvSpPr>
        <p:spPr>
          <a:xfrm rot="0">
            <a:off x="1524000" y="3602038"/>
            <a:ext cx="9144000" cy="165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Present the results of your project.</a:t>
            </a:r>
            <a:endParaRPr lang="en-US" altLang="zh-CN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Include visuals like charts, graphs or screenshots.</a:t>
            </a:r>
            <a:endParaRPr lang="en-US" altLang="zh-CN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316124503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"/>
          <p:cNvSpPr>
            <a:spLocks noGrp="1"/>
          </p:cNvSpPr>
          <p:nvPr>
            <p:ph type="title"/>
          </p:nvPr>
        </p:nvSpPr>
        <p:spPr>
          <a:xfrm rot="0">
            <a:off x="1501825" y="2713950"/>
            <a:ext cx="9704999" cy="2057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CONCLUSION</a:t>
            </a:r>
            <a:endParaRPr lang="en-US" altLang="zh-CN" sz="4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610131"/>
      </p:ext>
    </p:extLst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 rot="0">
            <a:off x="1024274" y="2212525"/>
            <a:ext cx="10515600" cy="13256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Thank You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6455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Sumukh M K</dc:creator>
  <cp:lastModifiedBy>root</cp:lastModifiedBy>
  <cp:revision>0</cp:revision>
  <dcterms:created xsi:type="dcterms:W3CDTF">2024-09-28T06:49:09Z</dcterms:created>
  <dcterms:modified xsi:type="dcterms:W3CDTF">2025-01-10T03:04:45Z</dcterms:modified>
</cp:coreProperties>
</file>