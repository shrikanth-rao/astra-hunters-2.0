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60" r:id="rId1"/>
  </p:sldMasterIdLst>
  <p:notesMasterIdLst>
    <p:notesMasterId r:id="rId11"/>
  </p:notesMasterIdLst>
  <p:sldIdLst>
    <p:sldId id="256" r:id="rId2"/>
    <p:sldId id="258" r:id="rId3"/>
    <p:sldId id="257" r:id="rId4"/>
    <p:sldId id="260" r:id="rId5"/>
    <p:sldId id="261" r:id="rId6"/>
    <p:sldId id="262" r:id="rId7"/>
    <p:sldId id="264" r:id="rId8"/>
    <p:sldId id="263" r:id="rId9"/>
    <p:sldId id="259" r:id="rId10"/>
  </p:sldIdLst>
  <p:sldSz cx="12192000" cy="6858000"/>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4995" autoAdjust="0"/>
    <p:restoredTop sz="94660"/>
  </p:normalViewPr>
  <p:slideViewPr>
    <p:cSldViewPr snapToGrid="0">
      <p:cViewPr varScale="1">
        <p:scale>
          <a:sx n="48" d="100"/>
          <a:sy n="48" d="100"/>
        </p:scale>
        <p:origin x="1292" y="32"/>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viewProps" Target="viewProps.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presProps" Target="presProps.xml"/><Relationship Id="rId2" Type="http://schemas.openxmlformats.org/officeDocument/2006/relationships/slide" Target="slides/slide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notesMaster" Target="notesMasters/notesMaster1.xml"/><Relationship Id="rId5" Type="http://schemas.openxmlformats.org/officeDocument/2006/relationships/slide" Target="slides/slide4.xml"/><Relationship Id="rId15" Type="http://schemas.openxmlformats.org/officeDocument/2006/relationships/tableStyles" Target="tableStyles.xml"/><Relationship Id="rId10" Type="http://schemas.openxmlformats.org/officeDocument/2006/relationships/slide" Target="slides/slide9.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theme" Target="theme/theme1.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IN"/>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AEC5FF5A-E463-4B16-A47B-1F6229801275}" type="datetimeFigureOut">
              <a:rPr lang="en-IN" smtClean="0"/>
              <a:t>06-12-2024</a:t>
            </a:fld>
            <a:endParaRPr lang="en-IN"/>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IN"/>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IN"/>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4C004018-582A-46BB-B654-AFBDD1805AF0}" type="slidenum">
              <a:rPr lang="en-IN" smtClean="0"/>
              <a:t>‹#›</a:t>
            </a:fld>
            <a:endParaRPr lang="en-IN"/>
          </a:p>
        </p:txBody>
      </p:sp>
    </p:spTree>
    <p:extLst>
      <p:ext uri="{BB962C8B-B14F-4D97-AF65-F5344CB8AC3E}">
        <p14:creationId xmlns:p14="http://schemas.microsoft.com/office/powerpoint/2010/main" val="3016377496"/>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IN"/>
          </a:p>
        </p:txBody>
      </p:sp>
      <p:sp>
        <p:nvSpPr>
          <p:cNvPr id="4" name="Slide Number Placeholder 3"/>
          <p:cNvSpPr>
            <a:spLocks noGrp="1"/>
          </p:cNvSpPr>
          <p:nvPr>
            <p:ph type="sldNum" sz="quarter" idx="5"/>
          </p:nvPr>
        </p:nvSpPr>
        <p:spPr/>
        <p:txBody>
          <a:bodyPr/>
          <a:lstStyle/>
          <a:p>
            <a:fld id="{4C004018-582A-46BB-B654-AFBDD1805AF0}" type="slidenum">
              <a:rPr lang="en-IN" smtClean="0"/>
              <a:t>9</a:t>
            </a:fld>
            <a:endParaRPr lang="en-IN"/>
          </a:p>
        </p:txBody>
      </p:sp>
    </p:spTree>
    <p:extLst>
      <p:ext uri="{BB962C8B-B14F-4D97-AF65-F5344CB8AC3E}">
        <p14:creationId xmlns:p14="http://schemas.microsoft.com/office/powerpoint/2010/main" val="374605461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1154955" y="1447800"/>
            <a:ext cx="8825658" cy="3329581"/>
          </a:xfrm>
        </p:spPr>
        <p:txBody>
          <a:bodyPr anchor="b"/>
          <a:lstStyle>
            <a:lvl1pPr>
              <a:defRPr sz="7200"/>
            </a:lvl1pPr>
          </a:lstStyle>
          <a:p>
            <a:r>
              <a:rPr lang="en-US"/>
              <a:t>Click to edit Master title style</a:t>
            </a:r>
            <a:endParaRPr lang="en-US" dirty="0"/>
          </a:p>
        </p:txBody>
      </p:sp>
      <p:sp>
        <p:nvSpPr>
          <p:cNvPr id="3" name="Subtitle 2"/>
          <p:cNvSpPr>
            <a:spLocks noGrp="1"/>
          </p:cNvSpPr>
          <p:nvPr>
            <p:ph type="subTitle" idx="1"/>
          </p:nvPr>
        </p:nvSpPr>
        <p:spPr>
          <a:xfrm>
            <a:off x="1154955" y="4777380"/>
            <a:ext cx="8825658" cy="861420"/>
          </a:xfrm>
        </p:spPr>
        <p:txBody>
          <a:bodyPr anchor="t"/>
          <a:lstStyle>
            <a:lvl1pPr marL="0" indent="0" algn="l">
              <a:buNone/>
              <a:defRPr cap="all">
                <a:solidFill>
                  <a:schemeClr val="bg2">
                    <a:lumMod val="40000"/>
                    <a:lumOff val="60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a:t>Click to edit Master subtitle style</a:t>
            </a:r>
            <a:endParaRPr lang="en-US" dirty="0"/>
          </a:p>
        </p:txBody>
      </p:sp>
      <p:sp>
        <p:nvSpPr>
          <p:cNvPr id="4" name="Date Placeholder 3"/>
          <p:cNvSpPr>
            <a:spLocks noGrp="1"/>
          </p:cNvSpPr>
          <p:nvPr>
            <p:ph type="dt" sz="half" idx="10"/>
          </p:nvPr>
        </p:nvSpPr>
        <p:spPr/>
        <p:txBody>
          <a:bodyPr/>
          <a:lstStyle/>
          <a:p>
            <a:fld id="{550E8368-6EF5-465F-A987-9D8D32AC4C7D}" type="datetimeFigureOut">
              <a:rPr lang="en-IN" smtClean="0"/>
              <a:t>06-12-2024</a:t>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8BCF953F-7CA6-4EB4-9FE5-718197063251}" type="slidenum">
              <a:rPr lang="en-IN" smtClean="0"/>
              <a:t>‹#›</a:t>
            </a:fld>
            <a:endParaRPr lang="en-IN"/>
          </a:p>
        </p:txBody>
      </p:sp>
    </p:spTree>
    <p:extLst>
      <p:ext uri="{BB962C8B-B14F-4D97-AF65-F5344CB8AC3E}">
        <p14:creationId xmlns:p14="http://schemas.microsoft.com/office/powerpoint/2010/main" val="3131133749"/>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7" name="Date Placeholder 3"/>
          <p:cNvSpPr>
            <a:spLocks noGrp="1"/>
          </p:cNvSpPr>
          <p:nvPr>
            <p:ph type="dt" sz="half" idx="10"/>
          </p:nvPr>
        </p:nvSpPr>
        <p:spPr/>
        <p:txBody>
          <a:bodyPr/>
          <a:lstStyle/>
          <a:p>
            <a:fld id="{550E8368-6EF5-465F-A987-9D8D32AC4C7D}" type="datetimeFigureOut">
              <a:rPr lang="en-IN" smtClean="0"/>
              <a:t>06-12-2024</a:t>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8BCF953F-7CA6-4EB4-9FE5-718197063251}" type="slidenum">
              <a:rPr lang="en-IN" smtClean="0"/>
              <a:t>‹#›</a:t>
            </a:fld>
            <a:endParaRPr lang="en-IN"/>
          </a:p>
        </p:txBody>
      </p:sp>
    </p:spTree>
    <p:extLst>
      <p:ext uri="{BB962C8B-B14F-4D97-AF65-F5344CB8AC3E}">
        <p14:creationId xmlns:p14="http://schemas.microsoft.com/office/powerpoint/2010/main" val="884195666"/>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1154956" y="2861733"/>
            <a:ext cx="8825657" cy="1915647"/>
          </a:xfrm>
        </p:spPr>
        <p:txBody>
          <a:bodyPr anchor="b"/>
          <a:lstStyle>
            <a:lvl1pPr algn="l">
              <a:defRPr sz="4000" b="0" cap="none"/>
            </a:lvl1pPr>
          </a:lstStyle>
          <a:p>
            <a:r>
              <a:rPr lang="en-US"/>
              <a:t>Click to edit Master title style</a:t>
            </a:r>
            <a:endParaRPr lang="en-US" dirty="0"/>
          </a:p>
        </p:txBody>
      </p:sp>
      <p:sp>
        <p:nvSpPr>
          <p:cNvPr id="3" name="Text Placeholder 2"/>
          <p:cNvSpPr>
            <a:spLocks noGrp="1"/>
          </p:cNvSpPr>
          <p:nvPr>
            <p:ph type="body" idx="1"/>
          </p:nvPr>
        </p:nvSpPr>
        <p:spPr>
          <a:xfrm>
            <a:off x="1154955" y="4777381"/>
            <a:ext cx="8825658" cy="860400"/>
          </a:xfrm>
        </p:spPr>
        <p:txBody>
          <a:bodyPr anchor="t"/>
          <a:lstStyle>
            <a:lvl1pPr marL="0" indent="0" algn="l">
              <a:buNone/>
              <a:defRPr sz="2000" cap="all">
                <a:solidFill>
                  <a:schemeClr val="bg2">
                    <a:lumMod val="40000"/>
                    <a:lumOff val="60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550E8368-6EF5-465F-A987-9D8D32AC4C7D}" type="datetimeFigureOut">
              <a:rPr lang="en-IN" smtClean="0"/>
              <a:t>06-12-2024</a:t>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8BCF953F-7CA6-4EB4-9FE5-718197063251}" type="slidenum">
              <a:rPr lang="en-IN" smtClean="0"/>
              <a:t>‹#›</a:t>
            </a:fld>
            <a:endParaRPr lang="en-IN"/>
          </a:p>
        </p:txBody>
      </p:sp>
    </p:spTree>
    <p:extLst>
      <p:ext uri="{BB962C8B-B14F-4D97-AF65-F5344CB8AC3E}">
        <p14:creationId xmlns:p14="http://schemas.microsoft.com/office/powerpoint/2010/main" val="1582082589"/>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sz="half" idx="1"/>
          </p:nvPr>
        </p:nvSpPr>
        <p:spPr>
          <a:xfrm>
            <a:off x="1103312" y="2060575"/>
            <a:ext cx="4396339" cy="4195763"/>
          </a:xfrm>
        </p:spPr>
        <p:txBody>
          <a:bodyPr>
            <a:normAutofit/>
          </a:bodyPr>
          <a:lstStyle>
            <a:lvl1pPr>
              <a:defRPr sz="1800"/>
            </a:lvl1pPr>
            <a:lvl2pPr>
              <a:defRPr sz="1600"/>
            </a:lvl2pPr>
            <a:lvl3pPr>
              <a:defRPr sz="1400"/>
            </a:lvl3pPr>
            <a:lvl4pPr>
              <a:defRPr sz="1200"/>
            </a:lvl4pPr>
            <a:lvl5pPr>
              <a:defRPr sz="1200"/>
            </a:lvl5pPr>
            <a:lvl6pPr>
              <a:defRPr sz="1200"/>
            </a:lvl6pPr>
            <a:lvl7pPr>
              <a:defRPr sz="1200"/>
            </a:lvl7pPr>
            <a:lvl8pPr>
              <a:defRPr sz="1200"/>
            </a:lvl8pPr>
            <a:lvl9pPr>
              <a:defRPr sz="12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Content Placeholder 3"/>
          <p:cNvSpPr>
            <a:spLocks noGrp="1"/>
          </p:cNvSpPr>
          <p:nvPr>
            <p:ph sz="half" idx="2"/>
          </p:nvPr>
        </p:nvSpPr>
        <p:spPr>
          <a:xfrm>
            <a:off x="5654493" y="2056092"/>
            <a:ext cx="4396341" cy="4200245"/>
          </a:xfrm>
        </p:spPr>
        <p:txBody>
          <a:bodyPr>
            <a:normAutofit/>
          </a:bodyPr>
          <a:lstStyle>
            <a:lvl1pPr>
              <a:defRPr sz="1800"/>
            </a:lvl1pPr>
            <a:lvl2pPr>
              <a:defRPr sz="1600"/>
            </a:lvl2pPr>
            <a:lvl3pPr>
              <a:defRPr sz="1400"/>
            </a:lvl3pPr>
            <a:lvl4pPr>
              <a:defRPr sz="1200"/>
            </a:lvl4pPr>
            <a:lvl5pPr>
              <a:defRPr sz="1200"/>
            </a:lvl5pPr>
            <a:lvl6pPr>
              <a:defRPr sz="1200"/>
            </a:lvl6pPr>
            <a:lvl7pPr>
              <a:defRPr sz="1200"/>
            </a:lvl7pPr>
            <a:lvl8pPr>
              <a:defRPr sz="1200"/>
            </a:lvl8pPr>
            <a:lvl9pPr>
              <a:defRPr sz="12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Date Placeholder 4"/>
          <p:cNvSpPr>
            <a:spLocks noGrp="1"/>
          </p:cNvSpPr>
          <p:nvPr>
            <p:ph type="dt" sz="half" idx="10"/>
          </p:nvPr>
        </p:nvSpPr>
        <p:spPr/>
        <p:txBody>
          <a:bodyPr/>
          <a:lstStyle/>
          <a:p>
            <a:fld id="{550E8368-6EF5-465F-A987-9D8D32AC4C7D}" type="datetimeFigureOut">
              <a:rPr lang="en-IN" smtClean="0"/>
              <a:t>06-12-2024</a:t>
            </a:fld>
            <a:endParaRPr lang="en-IN"/>
          </a:p>
        </p:txBody>
      </p:sp>
      <p:sp>
        <p:nvSpPr>
          <p:cNvPr id="6" name="Footer Placeholder 5"/>
          <p:cNvSpPr>
            <a:spLocks noGrp="1"/>
          </p:cNvSpPr>
          <p:nvPr>
            <p:ph type="ftr" sz="quarter" idx="11"/>
          </p:nvPr>
        </p:nvSpPr>
        <p:spPr/>
        <p:txBody>
          <a:bodyPr/>
          <a:lstStyle/>
          <a:p>
            <a:endParaRPr lang="en-IN"/>
          </a:p>
        </p:txBody>
      </p:sp>
      <p:sp>
        <p:nvSpPr>
          <p:cNvPr id="7" name="Slide Number Placeholder 6"/>
          <p:cNvSpPr>
            <a:spLocks noGrp="1"/>
          </p:cNvSpPr>
          <p:nvPr>
            <p:ph type="sldNum" sz="quarter" idx="12"/>
          </p:nvPr>
        </p:nvSpPr>
        <p:spPr/>
        <p:txBody>
          <a:bodyPr/>
          <a:lstStyle/>
          <a:p>
            <a:fld id="{8BCF953F-7CA6-4EB4-9FE5-718197063251}" type="slidenum">
              <a:rPr lang="en-IN" smtClean="0"/>
              <a:t>‹#›</a:t>
            </a:fld>
            <a:endParaRPr lang="en-IN"/>
          </a:p>
        </p:txBody>
      </p:sp>
    </p:spTree>
    <p:extLst>
      <p:ext uri="{BB962C8B-B14F-4D97-AF65-F5344CB8AC3E}">
        <p14:creationId xmlns:p14="http://schemas.microsoft.com/office/powerpoint/2010/main" val="2815888974"/>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a:t>Click to edit Master title style</a:t>
            </a:r>
            <a:endParaRPr lang="en-US" dirty="0"/>
          </a:p>
        </p:txBody>
      </p:sp>
      <p:sp>
        <p:nvSpPr>
          <p:cNvPr id="3" name="Text Placeholder 2"/>
          <p:cNvSpPr>
            <a:spLocks noGrp="1"/>
          </p:cNvSpPr>
          <p:nvPr>
            <p:ph type="body" idx="1"/>
          </p:nvPr>
        </p:nvSpPr>
        <p:spPr>
          <a:xfrm>
            <a:off x="1103313" y="1905000"/>
            <a:ext cx="4396338" cy="576262"/>
          </a:xfrm>
        </p:spPr>
        <p:txBody>
          <a:bodyPr anchor="b">
            <a:noAutofit/>
          </a:bodyPr>
          <a:lstStyle>
            <a:lvl1pPr marL="0" indent="0">
              <a:buNone/>
              <a:defRPr sz="2400" b="0">
                <a:solidFill>
                  <a:schemeClr val="bg2">
                    <a:lumMod val="40000"/>
                    <a:lumOff val="60000"/>
                  </a:schemeClr>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1103312" y="2514600"/>
            <a:ext cx="4396339" cy="3741738"/>
          </a:xfrm>
        </p:spPr>
        <p:txBody>
          <a:bodyPr>
            <a:normAutofit/>
          </a:bodyPr>
          <a:lstStyle>
            <a:lvl1pPr>
              <a:defRPr sz="1800"/>
            </a:lvl1pPr>
            <a:lvl2pPr>
              <a:defRPr sz="1600"/>
            </a:lvl2pPr>
            <a:lvl3pPr>
              <a:defRPr sz="1400"/>
            </a:lvl3pPr>
            <a:lvl4pPr>
              <a:defRPr sz="1200"/>
            </a:lvl4pPr>
            <a:lvl5pPr>
              <a:defRPr sz="1200"/>
            </a:lvl5pPr>
            <a:lvl6pPr>
              <a:defRPr sz="1200"/>
            </a:lvl6pPr>
            <a:lvl7pPr>
              <a:defRPr sz="1200"/>
            </a:lvl7pPr>
            <a:lvl8pPr>
              <a:defRPr sz="1200"/>
            </a:lvl8pPr>
            <a:lvl9pPr>
              <a:defRPr sz="12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Text Placeholder 4"/>
          <p:cNvSpPr>
            <a:spLocks noGrp="1"/>
          </p:cNvSpPr>
          <p:nvPr>
            <p:ph type="body" sz="quarter" idx="3"/>
          </p:nvPr>
        </p:nvSpPr>
        <p:spPr>
          <a:xfrm>
            <a:off x="5654495" y="1905000"/>
            <a:ext cx="4396339" cy="576262"/>
          </a:xfrm>
        </p:spPr>
        <p:txBody>
          <a:bodyPr anchor="b">
            <a:noAutofit/>
          </a:bodyPr>
          <a:lstStyle>
            <a:lvl1pPr marL="0" indent="0">
              <a:buNone/>
              <a:defRPr sz="2400" b="0">
                <a:solidFill>
                  <a:schemeClr val="bg2">
                    <a:lumMod val="40000"/>
                    <a:lumOff val="60000"/>
                  </a:schemeClr>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5654495" y="2514600"/>
            <a:ext cx="4396339" cy="3741738"/>
          </a:xfrm>
        </p:spPr>
        <p:txBody>
          <a:bodyPr>
            <a:normAutofit/>
          </a:bodyPr>
          <a:lstStyle>
            <a:lvl1pPr>
              <a:defRPr sz="1800"/>
            </a:lvl1pPr>
            <a:lvl2pPr>
              <a:defRPr sz="1600"/>
            </a:lvl2pPr>
            <a:lvl3pPr>
              <a:defRPr sz="1400"/>
            </a:lvl3pPr>
            <a:lvl4pPr>
              <a:defRPr sz="1200"/>
            </a:lvl4pPr>
            <a:lvl5pPr>
              <a:defRPr sz="1200"/>
            </a:lvl5pPr>
            <a:lvl6pPr>
              <a:defRPr sz="1200"/>
            </a:lvl6pPr>
            <a:lvl7pPr>
              <a:defRPr sz="1200"/>
            </a:lvl7pPr>
            <a:lvl8pPr>
              <a:defRPr sz="1200"/>
            </a:lvl8pPr>
            <a:lvl9pPr>
              <a:defRPr sz="12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7" name="Date Placeholder 6"/>
          <p:cNvSpPr>
            <a:spLocks noGrp="1"/>
          </p:cNvSpPr>
          <p:nvPr>
            <p:ph type="dt" sz="half" idx="10"/>
          </p:nvPr>
        </p:nvSpPr>
        <p:spPr/>
        <p:txBody>
          <a:bodyPr/>
          <a:lstStyle/>
          <a:p>
            <a:fld id="{550E8368-6EF5-465F-A987-9D8D32AC4C7D}" type="datetimeFigureOut">
              <a:rPr lang="en-IN" smtClean="0"/>
              <a:t>06-12-2024</a:t>
            </a:fld>
            <a:endParaRPr lang="en-IN"/>
          </a:p>
        </p:txBody>
      </p:sp>
      <p:sp>
        <p:nvSpPr>
          <p:cNvPr id="8" name="Footer Placeholder 7"/>
          <p:cNvSpPr>
            <a:spLocks noGrp="1"/>
          </p:cNvSpPr>
          <p:nvPr>
            <p:ph type="ftr" sz="quarter" idx="11"/>
          </p:nvPr>
        </p:nvSpPr>
        <p:spPr/>
        <p:txBody>
          <a:bodyPr/>
          <a:lstStyle/>
          <a:p>
            <a:endParaRPr lang="en-IN"/>
          </a:p>
        </p:txBody>
      </p:sp>
      <p:sp>
        <p:nvSpPr>
          <p:cNvPr id="9" name="Slide Number Placeholder 8"/>
          <p:cNvSpPr>
            <a:spLocks noGrp="1"/>
          </p:cNvSpPr>
          <p:nvPr>
            <p:ph type="sldNum" sz="quarter" idx="12"/>
          </p:nvPr>
        </p:nvSpPr>
        <p:spPr/>
        <p:txBody>
          <a:bodyPr/>
          <a:lstStyle/>
          <a:p>
            <a:fld id="{8BCF953F-7CA6-4EB4-9FE5-718197063251}" type="slidenum">
              <a:rPr lang="en-IN" smtClean="0"/>
              <a:t>‹#›</a:t>
            </a:fld>
            <a:endParaRPr lang="en-IN"/>
          </a:p>
        </p:txBody>
      </p:sp>
    </p:spTree>
    <p:extLst>
      <p:ext uri="{BB962C8B-B14F-4D97-AF65-F5344CB8AC3E}">
        <p14:creationId xmlns:p14="http://schemas.microsoft.com/office/powerpoint/2010/main" val="3636083327"/>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7" name="Date Placeholder 2"/>
          <p:cNvSpPr>
            <a:spLocks noGrp="1"/>
          </p:cNvSpPr>
          <p:nvPr>
            <p:ph type="dt" sz="half" idx="10"/>
          </p:nvPr>
        </p:nvSpPr>
        <p:spPr/>
        <p:txBody>
          <a:bodyPr/>
          <a:lstStyle/>
          <a:p>
            <a:fld id="{550E8368-6EF5-465F-A987-9D8D32AC4C7D}" type="datetimeFigureOut">
              <a:rPr lang="en-IN" smtClean="0"/>
              <a:t>06-12-2024</a:t>
            </a:fld>
            <a:endParaRPr lang="en-IN"/>
          </a:p>
        </p:txBody>
      </p:sp>
      <p:sp>
        <p:nvSpPr>
          <p:cNvPr id="5" name="Footer Placeholder 3"/>
          <p:cNvSpPr>
            <a:spLocks noGrp="1"/>
          </p:cNvSpPr>
          <p:nvPr>
            <p:ph type="ftr" sz="quarter" idx="11"/>
          </p:nvPr>
        </p:nvSpPr>
        <p:spPr/>
        <p:txBody>
          <a:bodyPr/>
          <a:lstStyle/>
          <a:p>
            <a:endParaRPr lang="en-IN"/>
          </a:p>
        </p:txBody>
      </p:sp>
      <p:sp>
        <p:nvSpPr>
          <p:cNvPr id="6" name="Slide Number Placeholder 4"/>
          <p:cNvSpPr>
            <a:spLocks noGrp="1"/>
          </p:cNvSpPr>
          <p:nvPr>
            <p:ph type="sldNum" sz="quarter" idx="12"/>
          </p:nvPr>
        </p:nvSpPr>
        <p:spPr/>
        <p:txBody>
          <a:bodyPr/>
          <a:lstStyle/>
          <a:p>
            <a:fld id="{8BCF953F-7CA6-4EB4-9FE5-718197063251}" type="slidenum">
              <a:rPr lang="en-IN" smtClean="0"/>
              <a:t>‹#›</a:t>
            </a:fld>
            <a:endParaRPr lang="en-IN"/>
          </a:p>
        </p:txBody>
      </p:sp>
    </p:spTree>
    <p:extLst>
      <p:ext uri="{BB962C8B-B14F-4D97-AF65-F5344CB8AC3E}">
        <p14:creationId xmlns:p14="http://schemas.microsoft.com/office/powerpoint/2010/main" val="3122700018"/>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7" name="Date Placeholder 1"/>
          <p:cNvSpPr>
            <a:spLocks noGrp="1"/>
          </p:cNvSpPr>
          <p:nvPr>
            <p:ph type="dt" sz="half" idx="10"/>
          </p:nvPr>
        </p:nvSpPr>
        <p:spPr/>
        <p:txBody>
          <a:bodyPr/>
          <a:lstStyle/>
          <a:p>
            <a:fld id="{550E8368-6EF5-465F-A987-9D8D32AC4C7D}" type="datetimeFigureOut">
              <a:rPr lang="en-IN" smtClean="0"/>
              <a:t>06-12-2024</a:t>
            </a:fld>
            <a:endParaRPr lang="en-IN"/>
          </a:p>
        </p:txBody>
      </p:sp>
      <p:sp>
        <p:nvSpPr>
          <p:cNvPr id="5" name="Footer Placeholder 2"/>
          <p:cNvSpPr>
            <a:spLocks noGrp="1"/>
          </p:cNvSpPr>
          <p:nvPr>
            <p:ph type="ftr" sz="quarter" idx="11"/>
          </p:nvPr>
        </p:nvSpPr>
        <p:spPr/>
        <p:txBody>
          <a:bodyPr/>
          <a:lstStyle/>
          <a:p>
            <a:endParaRPr lang="en-IN"/>
          </a:p>
        </p:txBody>
      </p:sp>
      <p:sp>
        <p:nvSpPr>
          <p:cNvPr id="6" name="Slide Number Placeholder 3"/>
          <p:cNvSpPr>
            <a:spLocks noGrp="1"/>
          </p:cNvSpPr>
          <p:nvPr>
            <p:ph type="sldNum" sz="quarter" idx="12"/>
          </p:nvPr>
        </p:nvSpPr>
        <p:spPr/>
        <p:txBody>
          <a:bodyPr/>
          <a:lstStyle/>
          <a:p>
            <a:fld id="{8BCF953F-7CA6-4EB4-9FE5-718197063251}" type="slidenum">
              <a:rPr lang="en-IN" smtClean="0"/>
              <a:t>‹#›</a:t>
            </a:fld>
            <a:endParaRPr lang="en-IN"/>
          </a:p>
        </p:txBody>
      </p:sp>
    </p:spTree>
    <p:extLst>
      <p:ext uri="{BB962C8B-B14F-4D97-AF65-F5344CB8AC3E}">
        <p14:creationId xmlns:p14="http://schemas.microsoft.com/office/powerpoint/2010/main" val="3561256760"/>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154953" y="1447800"/>
            <a:ext cx="3401064" cy="1447800"/>
          </a:xfrm>
        </p:spPr>
        <p:txBody>
          <a:bodyPr anchor="b"/>
          <a:lstStyle>
            <a:lvl1pPr algn="l">
              <a:defRPr sz="2400" b="0"/>
            </a:lvl1pPr>
          </a:lstStyle>
          <a:p>
            <a:r>
              <a:rPr lang="en-US"/>
              <a:t>Click to edit Master title style</a:t>
            </a:r>
            <a:endParaRPr lang="en-US" dirty="0"/>
          </a:p>
        </p:txBody>
      </p:sp>
      <p:sp>
        <p:nvSpPr>
          <p:cNvPr id="3" name="Content Placeholder 2"/>
          <p:cNvSpPr>
            <a:spLocks noGrp="1"/>
          </p:cNvSpPr>
          <p:nvPr>
            <p:ph idx="1"/>
          </p:nvPr>
        </p:nvSpPr>
        <p:spPr>
          <a:xfrm>
            <a:off x="4784616" y="1447800"/>
            <a:ext cx="5195997" cy="4572000"/>
          </a:xfrm>
        </p:spPr>
        <p:txBody>
          <a:bodyPr anchor="ctr">
            <a:normAutofit/>
          </a:bodyPr>
          <a:lstStyle>
            <a:lvl1pPr>
              <a:defRPr sz="2000"/>
            </a:lvl1pPr>
            <a:lvl2pPr>
              <a:defRPr sz="1800"/>
            </a:lvl2pPr>
            <a:lvl3pPr>
              <a:defRPr sz="1600"/>
            </a:lvl3pPr>
            <a:lvl4pPr>
              <a:defRPr sz="1400"/>
            </a:lvl4pPr>
            <a:lvl5pPr>
              <a:defRPr sz="1400"/>
            </a:lvl5pPr>
            <a:lvl6pPr>
              <a:defRPr sz="1400"/>
            </a:lvl6pPr>
            <a:lvl7pPr>
              <a:defRPr sz="1400"/>
            </a:lvl7pPr>
            <a:lvl8pPr>
              <a:defRPr sz="1400"/>
            </a:lvl8pPr>
            <a:lvl9pPr>
              <a:defRPr sz="14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Text Placeholder 3"/>
          <p:cNvSpPr>
            <a:spLocks noGrp="1"/>
          </p:cNvSpPr>
          <p:nvPr>
            <p:ph type="body" sz="half" idx="2"/>
          </p:nvPr>
        </p:nvSpPr>
        <p:spPr>
          <a:xfrm>
            <a:off x="1154953" y="3129280"/>
            <a:ext cx="3401063" cy="2895599"/>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7" name="Date Placeholder 4"/>
          <p:cNvSpPr>
            <a:spLocks noGrp="1"/>
          </p:cNvSpPr>
          <p:nvPr>
            <p:ph type="dt" sz="half" idx="10"/>
          </p:nvPr>
        </p:nvSpPr>
        <p:spPr/>
        <p:txBody>
          <a:bodyPr/>
          <a:lstStyle/>
          <a:p>
            <a:fld id="{550E8368-6EF5-465F-A987-9D8D32AC4C7D}" type="datetimeFigureOut">
              <a:rPr lang="en-IN" smtClean="0"/>
              <a:t>06-12-2024</a:t>
            </a:fld>
            <a:endParaRPr lang="en-IN"/>
          </a:p>
        </p:txBody>
      </p:sp>
      <p:sp>
        <p:nvSpPr>
          <p:cNvPr id="5" name="Footer Placeholder 5"/>
          <p:cNvSpPr>
            <a:spLocks noGrp="1"/>
          </p:cNvSpPr>
          <p:nvPr>
            <p:ph type="ftr" sz="quarter" idx="11"/>
          </p:nvPr>
        </p:nvSpPr>
        <p:spPr/>
        <p:txBody>
          <a:bodyPr/>
          <a:lstStyle/>
          <a:p>
            <a:endParaRPr lang="en-IN"/>
          </a:p>
        </p:txBody>
      </p:sp>
      <p:sp>
        <p:nvSpPr>
          <p:cNvPr id="6" name="Slide Number Placeholder 6"/>
          <p:cNvSpPr>
            <a:spLocks noGrp="1"/>
          </p:cNvSpPr>
          <p:nvPr>
            <p:ph type="sldNum" sz="quarter" idx="12"/>
          </p:nvPr>
        </p:nvSpPr>
        <p:spPr/>
        <p:txBody>
          <a:bodyPr/>
          <a:lstStyle/>
          <a:p>
            <a:fld id="{8BCF953F-7CA6-4EB4-9FE5-718197063251}" type="slidenum">
              <a:rPr lang="en-IN" smtClean="0"/>
              <a:t>‹#›</a:t>
            </a:fld>
            <a:endParaRPr lang="en-IN"/>
          </a:p>
        </p:txBody>
      </p:sp>
    </p:spTree>
    <p:extLst>
      <p:ext uri="{BB962C8B-B14F-4D97-AF65-F5344CB8AC3E}">
        <p14:creationId xmlns:p14="http://schemas.microsoft.com/office/powerpoint/2010/main" val="1791076079"/>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153907" y="1854192"/>
            <a:ext cx="5092906" cy="1574808"/>
          </a:xfrm>
        </p:spPr>
        <p:txBody>
          <a:bodyPr anchor="b">
            <a:normAutofit/>
          </a:bodyPr>
          <a:lstStyle>
            <a:lvl1pPr algn="l">
              <a:defRPr sz="3600" b="0"/>
            </a:lvl1pPr>
          </a:lstStyle>
          <a:p>
            <a:r>
              <a:rPr lang="en-US"/>
              <a:t>Click to edit Master title style</a:t>
            </a:r>
            <a:endParaRPr lang="en-US" dirty="0"/>
          </a:p>
        </p:txBody>
      </p:sp>
      <p:sp>
        <p:nvSpPr>
          <p:cNvPr id="3" name="Picture Placeholder 2"/>
          <p:cNvSpPr>
            <a:spLocks noGrp="1" noChangeAspect="1"/>
          </p:cNvSpPr>
          <p:nvPr>
            <p:ph type="pic" idx="1"/>
          </p:nvPr>
        </p:nvSpPr>
        <p:spPr>
          <a:xfrm>
            <a:off x="6949546" y="1143000"/>
            <a:ext cx="3200400" cy="4572000"/>
          </a:xfrm>
          <a:prstGeom prst="roundRect">
            <a:avLst>
              <a:gd name="adj" fmla="val 1858"/>
            </a:avLst>
          </a:prstGeom>
          <a:effectLst>
            <a:outerShdw blurRad="50800" dist="50800" dir="5400000" algn="tl" rotWithShape="0">
              <a:srgbClr val="000000">
                <a:alpha val="43000"/>
              </a:srgbClr>
            </a:outerShdw>
          </a:effectLst>
        </p:spPr>
        <p:txBody>
          <a:bodyPr anchor="t">
            <a:normAutofit/>
          </a:bodyPr>
          <a:lstStyle>
            <a:lvl1pPr marL="0" indent="0" algn="ctr">
              <a:buNone/>
              <a:defRPr sz="1600"/>
            </a:lvl1pPr>
            <a:lvl2pPr marL="457200" indent="0">
              <a:buNone/>
              <a:defRPr sz="1600"/>
            </a:lvl2pPr>
            <a:lvl3pPr marL="914400" indent="0">
              <a:buNone/>
              <a:defRPr sz="16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r>
              <a:rPr lang="en-US"/>
              <a:t>Click icon to add picture</a:t>
            </a:r>
            <a:endParaRPr lang="en-US" dirty="0"/>
          </a:p>
        </p:txBody>
      </p:sp>
      <p:sp>
        <p:nvSpPr>
          <p:cNvPr id="4" name="Text Placeholder 3"/>
          <p:cNvSpPr>
            <a:spLocks noGrp="1"/>
          </p:cNvSpPr>
          <p:nvPr>
            <p:ph type="body" sz="half" idx="2"/>
          </p:nvPr>
        </p:nvSpPr>
        <p:spPr>
          <a:xfrm>
            <a:off x="1154954" y="3657600"/>
            <a:ext cx="5084979" cy="1371600"/>
          </a:xfrm>
        </p:spPr>
        <p:txBody>
          <a:bodyPr>
            <a:normAutofit/>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550E8368-6EF5-465F-A987-9D8D32AC4C7D}" type="datetimeFigureOut">
              <a:rPr lang="en-IN" smtClean="0"/>
              <a:t>06-12-2024</a:t>
            </a:fld>
            <a:endParaRPr lang="en-IN"/>
          </a:p>
        </p:txBody>
      </p:sp>
      <p:sp>
        <p:nvSpPr>
          <p:cNvPr id="6" name="Footer Placeholder 5"/>
          <p:cNvSpPr>
            <a:spLocks noGrp="1"/>
          </p:cNvSpPr>
          <p:nvPr>
            <p:ph type="ftr" sz="quarter" idx="11"/>
          </p:nvPr>
        </p:nvSpPr>
        <p:spPr/>
        <p:txBody>
          <a:bodyPr/>
          <a:lstStyle/>
          <a:p>
            <a:endParaRPr lang="en-IN"/>
          </a:p>
        </p:txBody>
      </p:sp>
      <p:sp>
        <p:nvSpPr>
          <p:cNvPr id="7" name="Slide Number Placeholder 6"/>
          <p:cNvSpPr>
            <a:spLocks noGrp="1"/>
          </p:cNvSpPr>
          <p:nvPr>
            <p:ph type="sldNum" sz="quarter" idx="12"/>
          </p:nvPr>
        </p:nvSpPr>
        <p:spPr/>
        <p:txBody>
          <a:bodyPr/>
          <a:lstStyle/>
          <a:p>
            <a:fld id="{8BCF953F-7CA6-4EB4-9FE5-718197063251}" type="slidenum">
              <a:rPr lang="en-IN" smtClean="0"/>
              <a:t>‹#›</a:t>
            </a:fld>
            <a:endParaRPr lang="en-IN"/>
          </a:p>
        </p:txBody>
      </p:sp>
    </p:spTree>
    <p:extLst>
      <p:ext uri="{BB962C8B-B14F-4D97-AF65-F5344CB8AC3E}">
        <p14:creationId xmlns:p14="http://schemas.microsoft.com/office/powerpoint/2010/main" val="2195574061"/>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p:cSld name="Panoramic 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154956" y="4800587"/>
            <a:ext cx="8825657" cy="566738"/>
          </a:xfrm>
        </p:spPr>
        <p:txBody>
          <a:bodyPr anchor="b">
            <a:normAutofit/>
          </a:bodyPr>
          <a:lstStyle>
            <a:lvl1pPr algn="l">
              <a:defRPr sz="2400" b="0"/>
            </a:lvl1pPr>
          </a:lstStyle>
          <a:p>
            <a:r>
              <a:rPr lang="en-US"/>
              <a:t>Click to edit Master title style</a:t>
            </a:r>
            <a:endParaRPr lang="en-US" dirty="0"/>
          </a:p>
        </p:txBody>
      </p:sp>
      <p:sp>
        <p:nvSpPr>
          <p:cNvPr id="3" name="Picture Placeholder 2"/>
          <p:cNvSpPr>
            <a:spLocks noGrp="1" noChangeAspect="1"/>
          </p:cNvSpPr>
          <p:nvPr>
            <p:ph type="pic" idx="1"/>
          </p:nvPr>
        </p:nvSpPr>
        <p:spPr>
          <a:xfrm>
            <a:off x="1154955" y="685800"/>
            <a:ext cx="8825658" cy="3640666"/>
          </a:xfrm>
          <a:prstGeom prst="roundRect">
            <a:avLst>
              <a:gd name="adj" fmla="val 1858"/>
            </a:avLst>
          </a:prstGeom>
          <a:effectLst>
            <a:outerShdw blurRad="50800" dist="50800" dir="5400000" algn="tl" rotWithShape="0">
              <a:srgbClr val="000000">
                <a:alpha val="43000"/>
              </a:srgbClr>
            </a:outerShdw>
          </a:effectLst>
        </p:spPr>
        <p:txBody>
          <a:bodyPr anchor="t">
            <a:normAutofit/>
          </a:bodyPr>
          <a:lstStyle>
            <a:lvl1pPr marL="0" indent="0" algn="ctr">
              <a:buNone/>
              <a:defRPr sz="1600"/>
            </a:lvl1pPr>
            <a:lvl2pPr marL="457200" indent="0">
              <a:buNone/>
              <a:defRPr sz="1600"/>
            </a:lvl2pPr>
            <a:lvl3pPr marL="914400" indent="0">
              <a:buNone/>
              <a:defRPr sz="16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r>
              <a:rPr lang="en-US"/>
              <a:t>Click icon to add picture</a:t>
            </a:r>
            <a:endParaRPr lang="en-US" dirty="0"/>
          </a:p>
        </p:txBody>
      </p:sp>
      <p:sp>
        <p:nvSpPr>
          <p:cNvPr id="4" name="Text Placeholder 3"/>
          <p:cNvSpPr>
            <a:spLocks noGrp="1"/>
          </p:cNvSpPr>
          <p:nvPr>
            <p:ph type="body" sz="half" idx="2"/>
          </p:nvPr>
        </p:nvSpPr>
        <p:spPr>
          <a:xfrm>
            <a:off x="1154956" y="5367325"/>
            <a:ext cx="8825656" cy="493712"/>
          </a:xfrm>
        </p:spPr>
        <p:txBody>
          <a:bodyPr>
            <a:normAutofit/>
          </a:bodyPr>
          <a:lstStyle>
            <a:lvl1pPr marL="0" indent="0">
              <a:buNone/>
              <a:defRPr sz="12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550E8368-6EF5-465F-A987-9D8D32AC4C7D}" type="datetimeFigureOut">
              <a:rPr lang="en-IN" smtClean="0"/>
              <a:t>06-12-2024</a:t>
            </a:fld>
            <a:endParaRPr lang="en-IN"/>
          </a:p>
        </p:txBody>
      </p:sp>
      <p:sp>
        <p:nvSpPr>
          <p:cNvPr id="6" name="Footer Placeholder 5"/>
          <p:cNvSpPr>
            <a:spLocks noGrp="1"/>
          </p:cNvSpPr>
          <p:nvPr>
            <p:ph type="ftr" sz="quarter" idx="11"/>
          </p:nvPr>
        </p:nvSpPr>
        <p:spPr/>
        <p:txBody>
          <a:bodyPr/>
          <a:lstStyle/>
          <a:p>
            <a:endParaRPr lang="en-IN"/>
          </a:p>
        </p:txBody>
      </p:sp>
      <p:sp>
        <p:nvSpPr>
          <p:cNvPr id="7" name="Slide Number Placeholder 6"/>
          <p:cNvSpPr>
            <a:spLocks noGrp="1"/>
          </p:cNvSpPr>
          <p:nvPr>
            <p:ph type="sldNum" sz="quarter" idx="12"/>
          </p:nvPr>
        </p:nvSpPr>
        <p:spPr/>
        <p:txBody>
          <a:bodyPr/>
          <a:lstStyle/>
          <a:p>
            <a:fld id="{8BCF953F-7CA6-4EB4-9FE5-718197063251}" type="slidenum">
              <a:rPr lang="en-IN" smtClean="0"/>
              <a:t>‹#›</a:t>
            </a:fld>
            <a:endParaRPr lang="en-IN"/>
          </a:p>
        </p:txBody>
      </p:sp>
    </p:spTree>
    <p:extLst>
      <p:ext uri="{BB962C8B-B14F-4D97-AF65-F5344CB8AC3E}">
        <p14:creationId xmlns:p14="http://schemas.microsoft.com/office/powerpoint/2010/main" val="2583627626"/>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p:cSld name="Title and Caption">
    <p:spTree>
      <p:nvGrpSpPr>
        <p:cNvPr id="1" name=""/>
        <p:cNvGrpSpPr/>
        <p:nvPr/>
      </p:nvGrpSpPr>
      <p:grpSpPr>
        <a:xfrm>
          <a:off x="0" y="0"/>
          <a:ext cx="0" cy="0"/>
          <a:chOff x="0" y="0"/>
          <a:chExt cx="0" cy="0"/>
        </a:xfrm>
      </p:grpSpPr>
      <p:sp>
        <p:nvSpPr>
          <p:cNvPr id="2" name="Title 1"/>
          <p:cNvSpPr>
            <a:spLocks noGrp="1"/>
          </p:cNvSpPr>
          <p:nvPr>
            <p:ph type="title"/>
          </p:nvPr>
        </p:nvSpPr>
        <p:spPr>
          <a:xfrm>
            <a:off x="1154954" y="1447800"/>
            <a:ext cx="8825659" cy="1981200"/>
          </a:xfrm>
        </p:spPr>
        <p:txBody>
          <a:bodyPr/>
          <a:lstStyle>
            <a:lvl1pPr>
              <a:defRPr sz="4800"/>
            </a:lvl1pPr>
          </a:lstStyle>
          <a:p>
            <a:r>
              <a:rPr lang="en-US"/>
              <a:t>Click to edit Master title style</a:t>
            </a:r>
            <a:endParaRPr lang="en-US" dirty="0"/>
          </a:p>
        </p:txBody>
      </p:sp>
      <p:sp>
        <p:nvSpPr>
          <p:cNvPr id="8" name="Text Placeholder 3"/>
          <p:cNvSpPr>
            <a:spLocks noGrp="1"/>
          </p:cNvSpPr>
          <p:nvPr>
            <p:ph type="body" sz="half" idx="2"/>
          </p:nvPr>
        </p:nvSpPr>
        <p:spPr>
          <a:xfrm>
            <a:off x="1154954" y="3657600"/>
            <a:ext cx="8825659" cy="2362200"/>
          </a:xfrm>
        </p:spPr>
        <p:txBody>
          <a:bodyPr anchor="ctr">
            <a:normAutofit/>
          </a:bodyPr>
          <a:lstStyle>
            <a:lvl1pPr marL="0" indent="0">
              <a:buNone/>
              <a:defRPr sz="18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4" name="Date Placeholder 3"/>
          <p:cNvSpPr>
            <a:spLocks noGrp="1"/>
          </p:cNvSpPr>
          <p:nvPr>
            <p:ph type="dt" sz="half" idx="10"/>
          </p:nvPr>
        </p:nvSpPr>
        <p:spPr/>
        <p:txBody>
          <a:bodyPr/>
          <a:lstStyle/>
          <a:p>
            <a:fld id="{550E8368-6EF5-465F-A987-9D8D32AC4C7D}" type="datetimeFigureOut">
              <a:rPr lang="en-IN" smtClean="0"/>
              <a:t>06-12-2024</a:t>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8BCF953F-7CA6-4EB4-9FE5-718197063251}" type="slidenum">
              <a:rPr lang="en-IN" smtClean="0"/>
              <a:t>‹#›</a:t>
            </a:fld>
            <a:endParaRPr lang="en-IN"/>
          </a:p>
        </p:txBody>
      </p:sp>
    </p:spTree>
    <p:extLst>
      <p:ext uri="{BB962C8B-B14F-4D97-AF65-F5344CB8AC3E}">
        <p14:creationId xmlns:p14="http://schemas.microsoft.com/office/powerpoint/2010/main" val="2534747081"/>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p:cSld name="Quot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574801" y="1447800"/>
            <a:ext cx="7999315" cy="2323374"/>
          </a:xfrm>
        </p:spPr>
        <p:txBody>
          <a:bodyPr/>
          <a:lstStyle>
            <a:lvl1pPr>
              <a:defRPr sz="4800"/>
            </a:lvl1pPr>
          </a:lstStyle>
          <a:p>
            <a:r>
              <a:rPr lang="en-US"/>
              <a:t>Click to edit Master title style</a:t>
            </a:r>
            <a:endParaRPr lang="en-US" dirty="0"/>
          </a:p>
        </p:txBody>
      </p:sp>
      <p:sp>
        <p:nvSpPr>
          <p:cNvPr id="11" name="Text Placeholder 3"/>
          <p:cNvSpPr>
            <a:spLocks noGrp="1"/>
          </p:cNvSpPr>
          <p:nvPr>
            <p:ph type="body" sz="half" idx="14"/>
          </p:nvPr>
        </p:nvSpPr>
        <p:spPr>
          <a:xfrm>
            <a:off x="1930400" y="3771174"/>
            <a:ext cx="7279649" cy="342174"/>
          </a:xfrm>
        </p:spPr>
        <p:txBody>
          <a:bodyPr vert="horz" lIns="91440" tIns="45720" rIns="91440" bIns="45720" rtlCol="0" anchor="t">
            <a:normAutofit/>
          </a:bodyPr>
          <a:lstStyle>
            <a:lvl1pPr marL="0" indent="0">
              <a:buNone/>
              <a:defRPr lang="en-US" sz="1400" b="0" i="0" kern="1200" cap="small" dirty="0">
                <a:solidFill>
                  <a:schemeClr val="bg2">
                    <a:lumMod val="40000"/>
                    <a:lumOff val="60000"/>
                  </a:schemeClr>
                </a:solidFill>
                <a:latin typeface="+mj-lt"/>
                <a:ea typeface="+mj-ea"/>
                <a:cs typeface="+mj-cs"/>
              </a:defRPr>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marL="0" lvl="0" indent="0">
              <a:buNone/>
            </a:pPr>
            <a:r>
              <a:rPr lang="en-US"/>
              <a:t>Click to edit Master text styles</a:t>
            </a:r>
          </a:p>
        </p:txBody>
      </p:sp>
      <p:sp>
        <p:nvSpPr>
          <p:cNvPr id="10" name="Text Placeholder 3"/>
          <p:cNvSpPr>
            <a:spLocks noGrp="1"/>
          </p:cNvSpPr>
          <p:nvPr>
            <p:ph type="body" sz="half" idx="2"/>
          </p:nvPr>
        </p:nvSpPr>
        <p:spPr>
          <a:xfrm>
            <a:off x="1154954" y="4350657"/>
            <a:ext cx="8825659" cy="1676400"/>
          </a:xfrm>
        </p:spPr>
        <p:txBody>
          <a:bodyPr anchor="ctr">
            <a:normAutofit/>
          </a:bodyPr>
          <a:lstStyle>
            <a:lvl1pPr marL="0" indent="0">
              <a:buNone/>
              <a:defRPr sz="18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4" name="Date Placeholder 3"/>
          <p:cNvSpPr>
            <a:spLocks noGrp="1"/>
          </p:cNvSpPr>
          <p:nvPr>
            <p:ph type="dt" sz="half" idx="10"/>
          </p:nvPr>
        </p:nvSpPr>
        <p:spPr/>
        <p:txBody>
          <a:bodyPr/>
          <a:lstStyle/>
          <a:p>
            <a:fld id="{550E8368-6EF5-465F-A987-9D8D32AC4C7D}" type="datetimeFigureOut">
              <a:rPr lang="en-IN" smtClean="0"/>
              <a:t>06-12-2024</a:t>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8BCF953F-7CA6-4EB4-9FE5-718197063251}" type="slidenum">
              <a:rPr lang="en-IN" smtClean="0"/>
              <a:t>‹#›</a:t>
            </a:fld>
            <a:endParaRPr lang="en-IN"/>
          </a:p>
        </p:txBody>
      </p:sp>
      <p:sp>
        <p:nvSpPr>
          <p:cNvPr id="12" name="TextBox 11"/>
          <p:cNvSpPr txBox="1"/>
          <p:nvPr/>
        </p:nvSpPr>
        <p:spPr>
          <a:xfrm>
            <a:off x="898295" y="971253"/>
            <a:ext cx="801912" cy="1969770"/>
          </a:xfrm>
          <a:prstGeom prst="rect">
            <a:avLst/>
          </a:prstGeom>
          <a:noFill/>
        </p:spPr>
        <p:txBody>
          <a:bodyPr wrap="square" rtlCol="0">
            <a:spAutoFit/>
          </a:bodyPr>
          <a:lstStyle>
            <a:defPPr>
              <a:defRPr lang="en-US"/>
            </a:defPPr>
            <a:lvl1pPr algn="r">
              <a:defRPr sz="12200" b="0" i="0">
                <a:solidFill>
                  <a:schemeClr val="bg2">
                    <a:lumMod val="40000"/>
                    <a:lumOff val="60000"/>
                  </a:schemeClr>
                </a:solidFill>
                <a:latin typeface="Arial"/>
                <a:ea typeface="+mj-ea"/>
                <a:cs typeface="+mj-cs"/>
              </a:defRPr>
            </a:lvl1pPr>
          </a:lstStyle>
          <a:p>
            <a:pPr lvl="0"/>
            <a:r>
              <a:rPr lang="en-US" dirty="0"/>
              <a:t>“</a:t>
            </a:r>
          </a:p>
        </p:txBody>
      </p:sp>
      <p:sp>
        <p:nvSpPr>
          <p:cNvPr id="15" name="TextBox 14"/>
          <p:cNvSpPr txBox="1"/>
          <p:nvPr/>
        </p:nvSpPr>
        <p:spPr>
          <a:xfrm>
            <a:off x="9330490" y="2613787"/>
            <a:ext cx="801912" cy="1969770"/>
          </a:xfrm>
          <a:prstGeom prst="rect">
            <a:avLst/>
          </a:prstGeom>
          <a:noFill/>
        </p:spPr>
        <p:txBody>
          <a:bodyPr wrap="square" rtlCol="0">
            <a:spAutoFit/>
          </a:bodyPr>
          <a:lstStyle>
            <a:defPPr>
              <a:defRPr lang="en-US"/>
            </a:defPPr>
            <a:lvl1pPr algn="r">
              <a:defRPr sz="12200" b="0" i="0">
                <a:solidFill>
                  <a:schemeClr val="bg2">
                    <a:lumMod val="40000"/>
                    <a:lumOff val="60000"/>
                  </a:schemeClr>
                </a:solidFill>
                <a:latin typeface="Arial"/>
                <a:ea typeface="+mj-ea"/>
                <a:cs typeface="+mj-cs"/>
              </a:defRPr>
            </a:lvl1pPr>
          </a:lstStyle>
          <a:p>
            <a:pPr lvl="0"/>
            <a:r>
              <a:rPr lang="en-US" dirty="0"/>
              <a:t>”</a:t>
            </a:r>
          </a:p>
        </p:txBody>
      </p:sp>
    </p:spTree>
    <p:extLst>
      <p:ext uri="{BB962C8B-B14F-4D97-AF65-F5344CB8AC3E}">
        <p14:creationId xmlns:p14="http://schemas.microsoft.com/office/powerpoint/2010/main" val="1746259203"/>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preserve="1">
  <p:cSld name="Name Card">
    <p:spTree>
      <p:nvGrpSpPr>
        <p:cNvPr id="1" name=""/>
        <p:cNvGrpSpPr/>
        <p:nvPr/>
      </p:nvGrpSpPr>
      <p:grpSpPr>
        <a:xfrm>
          <a:off x="0" y="0"/>
          <a:ext cx="0" cy="0"/>
          <a:chOff x="0" y="0"/>
          <a:chExt cx="0" cy="0"/>
        </a:xfrm>
      </p:grpSpPr>
      <p:sp>
        <p:nvSpPr>
          <p:cNvPr id="2" name="Title 1"/>
          <p:cNvSpPr>
            <a:spLocks noGrp="1"/>
          </p:cNvSpPr>
          <p:nvPr>
            <p:ph type="title"/>
          </p:nvPr>
        </p:nvSpPr>
        <p:spPr>
          <a:xfrm>
            <a:off x="1154954" y="3124201"/>
            <a:ext cx="8825660" cy="1653180"/>
          </a:xfrm>
        </p:spPr>
        <p:txBody>
          <a:bodyPr anchor="b"/>
          <a:lstStyle>
            <a:lvl1pPr algn="l">
              <a:defRPr sz="4000" b="0" cap="none"/>
            </a:lvl1pPr>
          </a:lstStyle>
          <a:p>
            <a:r>
              <a:rPr lang="en-US"/>
              <a:t>Click to edit Master title style</a:t>
            </a:r>
            <a:endParaRPr lang="en-US" dirty="0"/>
          </a:p>
        </p:txBody>
      </p:sp>
      <p:sp>
        <p:nvSpPr>
          <p:cNvPr id="3" name="Text Placeholder 2"/>
          <p:cNvSpPr>
            <a:spLocks noGrp="1"/>
          </p:cNvSpPr>
          <p:nvPr>
            <p:ph type="body" idx="1"/>
          </p:nvPr>
        </p:nvSpPr>
        <p:spPr>
          <a:xfrm>
            <a:off x="1154954" y="4777381"/>
            <a:ext cx="8825659" cy="860400"/>
          </a:xfrm>
        </p:spPr>
        <p:txBody>
          <a:bodyPr anchor="t"/>
          <a:lstStyle>
            <a:lvl1pPr marL="0" indent="0" algn="l">
              <a:buNone/>
              <a:defRPr sz="2000" cap="none">
                <a:solidFill>
                  <a:schemeClr val="bg2">
                    <a:lumMod val="40000"/>
                    <a:lumOff val="60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550E8368-6EF5-465F-A987-9D8D32AC4C7D}" type="datetimeFigureOut">
              <a:rPr lang="en-IN" smtClean="0"/>
              <a:t>06-12-2024</a:t>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8BCF953F-7CA6-4EB4-9FE5-718197063251}" type="slidenum">
              <a:rPr lang="en-IN" smtClean="0"/>
              <a:t>‹#›</a:t>
            </a:fld>
            <a:endParaRPr lang="en-IN"/>
          </a:p>
        </p:txBody>
      </p:sp>
    </p:spTree>
    <p:extLst>
      <p:ext uri="{BB962C8B-B14F-4D97-AF65-F5344CB8AC3E}">
        <p14:creationId xmlns:p14="http://schemas.microsoft.com/office/powerpoint/2010/main" val="1209698564"/>
      </p:ext>
    </p:extLst>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preserve="1">
  <p:cSld name="3 Colum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sz="4200"/>
            </a:lvl1pPr>
          </a:lstStyle>
          <a:p>
            <a:r>
              <a:rPr lang="en-US"/>
              <a:t>Click to edit Master title style</a:t>
            </a:r>
            <a:endParaRPr lang="en-US" dirty="0"/>
          </a:p>
        </p:txBody>
      </p:sp>
      <p:sp>
        <p:nvSpPr>
          <p:cNvPr id="3" name="Text Placeholder 2"/>
          <p:cNvSpPr>
            <a:spLocks noGrp="1"/>
          </p:cNvSpPr>
          <p:nvPr>
            <p:ph type="body" idx="1"/>
          </p:nvPr>
        </p:nvSpPr>
        <p:spPr>
          <a:xfrm>
            <a:off x="632947" y="1981200"/>
            <a:ext cx="2946866" cy="576262"/>
          </a:xfrm>
        </p:spPr>
        <p:txBody>
          <a:bodyPr anchor="b">
            <a:noAutofit/>
          </a:bodyPr>
          <a:lstStyle>
            <a:lvl1pPr marL="0" indent="0">
              <a:buNone/>
              <a:defRPr sz="2400" b="0">
                <a:solidFill>
                  <a:schemeClr val="bg2">
                    <a:lumMod val="40000"/>
                    <a:lumOff val="60000"/>
                  </a:schemeClr>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16" name="Text Placeholder 3"/>
          <p:cNvSpPr>
            <a:spLocks noGrp="1"/>
          </p:cNvSpPr>
          <p:nvPr>
            <p:ph type="body" sz="half" idx="15"/>
          </p:nvPr>
        </p:nvSpPr>
        <p:spPr>
          <a:xfrm>
            <a:off x="652463" y="2667000"/>
            <a:ext cx="2927350" cy="3589338"/>
          </a:xfrm>
        </p:spPr>
        <p:txBody>
          <a:bodyPr anchor="t">
            <a:normAutofit/>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Text Placeholder 4"/>
          <p:cNvSpPr>
            <a:spLocks noGrp="1"/>
          </p:cNvSpPr>
          <p:nvPr>
            <p:ph type="body" sz="quarter" idx="3"/>
          </p:nvPr>
        </p:nvSpPr>
        <p:spPr>
          <a:xfrm>
            <a:off x="3883659" y="1981200"/>
            <a:ext cx="2936241" cy="576262"/>
          </a:xfrm>
        </p:spPr>
        <p:txBody>
          <a:bodyPr anchor="b">
            <a:noAutofit/>
          </a:bodyPr>
          <a:lstStyle>
            <a:lvl1pPr marL="0" indent="0">
              <a:buNone/>
              <a:defRPr sz="2400" b="0">
                <a:solidFill>
                  <a:schemeClr val="bg2">
                    <a:lumMod val="40000"/>
                    <a:lumOff val="60000"/>
                  </a:schemeClr>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19" name="Text Placeholder 3"/>
          <p:cNvSpPr>
            <a:spLocks noGrp="1"/>
          </p:cNvSpPr>
          <p:nvPr>
            <p:ph type="body" sz="half" idx="16"/>
          </p:nvPr>
        </p:nvSpPr>
        <p:spPr>
          <a:xfrm>
            <a:off x="3873106" y="2667000"/>
            <a:ext cx="2946794" cy="3589338"/>
          </a:xfrm>
        </p:spPr>
        <p:txBody>
          <a:bodyPr anchor="t">
            <a:normAutofit/>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14" name="Text Placeholder 4"/>
          <p:cNvSpPr>
            <a:spLocks noGrp="1"/>
          </p:cNvSpPr>
          <p:nvPr>
            <p:ph type="body" sz="quarter" idx="13"/>
          </p:nvPr>
        </p:nvSpPr>
        <p:spPr>
          <a:xfrm>
            <a:off x="7124700" y="1981200"/>
            <a:ext cx="2932113" cy="576262"/>
          </a:xfrm>
        </p:spPr>
        <p:txBody>
          <a:bodyPr anchor="b">
            <a:noAutofit/>
          </a:bodyPr>
          <a:lstStyle>
            <a:lvl1pPr marL="0" indent="0">
              <a:buNone/>
              <a:defRPr sz="2400" b="0">
                <a:solidFill>
                  <a:schemeClr val="bg2">
                    <a:lumMod val="40000"/>
                    <a:lumOff val="60000"/>
                  </a:schemeClr>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20" name="Text Placeholder 3"/>
          <p:cNvSpPr>
            <a:spLocks noGrp="1"/>
          </p:cNvSpPr>
          <p:nvPr>
            <p:ph type="body" sz="half" idx="17"/>
          </p:nvPr>
        </p:nvSpPr>
        <p:spPr>
          <a:xfrm>
            <a:off x="7124700" y="2667000"/>
            <a:ext cx="2932113" cy="3589338"/>
          </a:xfrm>
        </p:spPr>
        <p:txBody>
          <a:bodyPr anchor="t">
            <a:normAutofit/>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cxnSp>
        <p:nvCxnSpPr>
          <p:cNvPr id="17" name="Straight Connector 16"/>
          <p:cNvCxnSpPr/>
          <p:nvPr/>
        </p:nvCxnSpPr>
        <p:spPr>
          <a:xfrm>
            <a:off x="3726142" y="2133600"/>
            <a:ext cx="0" cy="3962400"/>
          </a:xfrm>
          <a:prstGeom prst="line">
            <a:avLst/>
          </a:prstGeom>
          <a:ln w="12700" cmpd="sng">
            <a:solidFill>
              <a:schemeClr val="bg2">
                <a:lumMod val="40000"/>
                <a:lumOff val="60000"/>
                <a:alpha val="40000"/>
              </a:schemeClr>
            </a:solidFill>
          </a:ln>
        </p:spPr>
        <p:style>
          <a:lnRef idx="2">
            <a:schemeClr val="accent1"/>
          </a:lnRef>
          <a:fillRef idx="0">
            <a:schemeClr val="accent1"/>
          </a:fillRef>
          <a:effectRef idx="1">
            <a:schemeClr val="accent1"/>
          </a:effectRef>
          <a:fontRef idx="minor">
            <a:schemeClr val="tx1"/>
          </a:fontRef>
        </p:style>
      </p:cxnSp>
      <p:cxnSp>
        <p:nvCxnSpPr>
          <p:cNvPr id="18" name="Straight Connector 17"/>
          <p:cNvCxnSpPr/>
          <p:nvPr/>
        </p:nvCxnSpPr>
        <p:spPr>
          <a:xfrm>
            <a:off x="6962227" y="2133600"/>
            <a:ext cx="0" cy="3966882"/>
          </a:xfrm>
          <a:prstGeom prst="line">
            <a:avLst/>
          </a:prstGeom>
          <a:ln w="12700" cmpd="sng">
            <a:solidFill>
              <a:schemeClr val="bg2">
                <a:lumMod val="40000"/>
                <a:lumOff val="60000"/>
                <a:alpha val="40000"/>
              </a:schemeClr>
            </a:solidFill>
          </a:ln>
        </p:spPr>
        <p:style>
          <a:lnRef idx="2">
            <a:schemeClr val="accent1"/>
          </a:lnRef>
          <a:fillRef idx="0">
            <a:schemeClr val="accent1"/>
          </a:fillRef>
          <a:effectRef idx="1">
            <a:schemeClr val="accent1"/>
          </a:effectRef>
          <a:fontRef idx="minor">
            <a:schemeClr val="tx1"/>
          </a:fontRef>
        </p:style>
      </p:cxnSp>
      <p:sp>
        <p:nvSpPr>
          <p:cNvPr id="7" name="Date Placeholder 3"/>
          <p:cNvSpPr>
            <a:spLocks noGrp="1"/>
          </p:cNvSpPr>
          <p:nvPr>
            <p:ph type="dt" sz="half" idx="10"/>
          </p:nvPr>
        </p:nvSpPr>
        <p:spPr/>
        <p:txBody>
          <a:bodyPr/>
          <a:lstStyle/>
          <a:p>
            <a:fld id="{550E8368-6EF5-465F-A987-9D8D32AC4C7D}" type="datetimeFigureOut">
              <a:rPr lang="en-IN" smtClean="0"/>
              <a:t>06-12-2024</a:t>
            </a:fld>
            <a:endParaRPr lang="en-IN"/>
          </a:p>
        </p:txBody>
      </p:sp>
      <p:sp>
        <p:nvSpPr>
          <p:cNvPr id="4"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8BCF953F-7CA6-4EB4-9FE5-718197063251}" type="slidenum">
              <a:rPr lang="en-IN" smtClean="0"/>
              <a:t>‹#›</a:t>
            </a:fld>
            <a:endParaRPr lang="en-IN"/>
          </a:p>
        </p:txBody>
      </p:sp>
    </p:spTree>
    <p:extLst>
      <p:ext uri="{BB962C8B-B14F-4D97-AF65-F5344CB8AC3E}">
        <p14:creationId xmlns:p14="http://schemas.microsoft.com/office/powerpoint/2010/main" val="3087080617"/>
      </p:ext>
    </p:extLst>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preserve="1">
  <p:cSld name="3 Picture Colum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sz="4200"/>
            </a:lvl1pPr>
          </a:lstStyle>
          <a:p>
            <a:r>
              <a:rPr lang="en-US"/>
              <a:t>Click to edit Master title style</a:t>
            </a:r>
            <a:endParaRPr lang="en-US" dirty="0"/>
          </a:p>
        </p:txBody>
      </p:sp>
      <p:sp>
        <p:nvSpPr>
          <p:cNvPr id="3" name="Text Placeholder 2"/>
          <p:cNvSpPr>
            <a:spLocks noGrp="1"/>
          </p:cNvSpPr>
          <p:nvPr>
            <p:ph type="body" idx="1"/>
          </p:nvPr>
        </p:nvSpPr>
        <p:spPr>
          <a:xfrm>
            <a:off x="652463" y="4250949"/>
            <a:ext cx="2940050" cy="576262"/>
          </a:xfrm>
        </p:spPr>
        <p:txBody>
          <a:bodyPr anchor="b">
            <a:noAutofit/>
          </a:bodyPr>
          <a:lstStyle>
            <a:lvl1pPr marL="0" indent="0">
              <a:buNone/>
              <a:defRPr sz="2400" b="0">
                <a:solidFill>
                  <a:schemeClr val="bg2">
                    <a:lumMod val="40000"/>
                    <a:lumOff val="60000"/>
                  </a:schemeClr>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29" name="Picture Placeholder 2"/>
          <p:cNvSpPr>
            <a:spLocks noGrp="1" noChangeAspect="1"/>
          </p:cNvSpPr>
          <p:nvPr>
            <p:ph type="pic" idx="15"/>
          </p:nvPr>
        </p:nvSpPr>
        <p:spPr>
          <a:xfrm>
            <a:off x="652463" y="2209800"/>
            <a:ext cx="2940050" cy="1524000"/>
          </a:xfrm>
          <a:prstGeom prst="roundRect">
            <a:avLst>
              <a:gd name="adj" fmla="val 1858"/>
            </a:avLst>
          </a:prstGeom>
          <a:effectLst>
            <a:outerShdw blurRad="50800" dist="50800" dir="5400000" algn="tl" rotWithShape="0">
              <a:srgbClr val="000000">
                <a:alpha val="43000"/>
              </a:srgbClr>
            </a:outerShdw>
          </a:effectLst>
        </p:spPr>
        <p:txBody>
          <a:bodyPr anchor="t">
            <a:normAutofit/>
          </a:bodyPr>
          <a:lstStyle>
            <a:lvl1pPr marL="0" indent="0" algn="ctr">
              <a:buNone/>
              <a:defRPr sz="1600"/>
            </a:lvl1pPr>
            <a:lvl2pPr marL="457200" indent="0">
              <a:buNone/>
              <a:defRPr sz="1600"/>
            </a:lvl2pPr>
            <a:lvl3pPr marL="914400" indent="0">
              <a:buNone/>
              <a:defRPr sz="16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r>
              <a:rPr lang="en-US"/>
              <a:t>Click icon to add picture</a:t>
            </a:r>
            <a:endParaRPr lang="en-US" dirty="0"/>
          </a:p>
        </p:txBody>
      </p:sp>
      <p:sp>
        <p:nvSpPr>
          <p:cNvPr id="22" name="Text Placeholder 3"/>
          <p:cNvSpPr>
            <a:spLocks noGrp="1"/>
          </p:cNvSpPr>
          <p:nvPr>
            <p:ph type="body" sz="half" idx="18"/>
          </p:nvPr>
        </p:nvSpPr>
        <p:spPr>
          <a:xfrm>
            <a:off x="652463" y="4827211"/>
            <a:ext cx="2940050" cy="659189"/>
          </a:xfrm>
        </p:spPr>
        <p:txBody>
          <a:bodyPr anchor="t">
            <a:normAutofit/>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Text Placeholder 4"/>
          <p:cNvSpPr>
            <a:spLocks noGrp="1"/>
          </p:cNvSpPr>
          <p:nvPr>
            <p:ph type="body" sz="quarter" idx="3"/>
          </p:nvPr>
        </p:nvSpPr>
        <p:spPr>
          <a:xfrm>
            <a:off x="3889375" y="4250949"/>
            <a:ext cx="2930525" cy="576262"/>
          </a:xfrm>
        </p:spPr>
        <p:txBody>
          <a:bodyPr anchor="b">
            <a:noAutofit/>
          </a:bodyPr>
          <a:lstStyle>
            <a:lvl1pPr marL="0" indent="0">
              <a:buNone/>
              <a:defRPr sz="2400" b="0">
                <a:solidFill>
                  <a:schemeClr val="bg2">
                    <a:lumMod val="40000"/>
                    <a:lumOff val="60000"/>
                  </a:schemeClr>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30" name="Picture Placeholder 2"/>
          <p:cNvSpPr>
            <a:spLocks noGrp="1" noChangeAspect="1"/>
          </p:cNvSpPr>
          <p:nvPr>
            <p:ph type="pic" idx="21"/>
          </p:nvPr>
        </p:nvSpPr>
        <p:spPr>
          <a:xfrm>
            <a:off x="3889374" y="2209800"/>
            <a:ext cx="2930525" cy="1524000"/>
          </a:xfrm>
          <a:prstGeom prst="roundRect">
            <a:avLst>
              <a:gd name="adj" fmla="val 1858"/>
            </a:avLst>
          </a:prstGeom>
          <a:effectLst>
            <a:outerShdw blurRad="50800" dist="50800" dir="5400000" algn="tl" rotWithShape="0">
              <a:srgbClr val="000000">
                <a:alpha val="43000"/>
              </a:srgbClr>
            </a:outerShdw>
          </a:effectLst>
        </p:spPr>
        <p:txBody>
          <a:bodyPr anchor="t">
            <a:normAutofit/>
          </a:bodyPr>
          <a:lstStyle>
            <a:lvl1pPr marL="0" indent="0" algn="ctr">
              <a:buNone/>
              <a:defRPr sz="1600"/>
            </a:lvl1pPr>
            <a:lvl2pPr marL="457200" indent="0">
              <a:buNone/>
              <a:defRPr sz="1600"/>
            </a:lvl2pPr>
            <a:lvl3pPr marL="914400" indent="0">
              <a:buNone/>
              <a:defRPr sz="16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r>
              <a:rPr lang="en-US"/>
              <a:t>Click icon to add picture</a:t>
            </a:r>
            <a:endParaRPr lang="en-US" dirty="0"/>
          </a:p>
        </p:txBody>
      </p:sp>
      <p:sp>
        <p:nvSpPr>
          <p:cNvPr id="23" name="Text Placeholder 3"/>
          <p:cNvSpPr>
            <a:spLocks noGrp="1"/>
          </p:cNvSpPr>
          <p:nvPr>
            <p:ph type="body" sz="half" idx="19"/>
          </p:nvPr>
        </p:nvSpPr>
        <p:spPr>
          <a:xfrm>
            <a:off x="3888022" y="4827210"/>
            <a:ext cx="2934406" cy="659189"/>
          </a:xfrm>
        </p:spPr>
        <p:txBody>
          <a:bodyPr anchor="t">
            <a:normAutofit/>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14" name="Text Placeholder 4"/>
          <p:cNvSpPr>
            <a:spLocks noGrp="1"/>
          </p:cNvSpPr>
          <p:nvPr>
            <p:ph type="body" sz="quarter" idx="13"/>
          </p:nvPr>
        </p:nvSpPr>
        <p:spPr>
          <a:xfrm>
            <a:off x="7124700" y="4250949"/>
            <a:ext cx="2932113" cy="576262"/>
          </a:xfrm>
        </p:spPr>
        <p:txBody>
          <a:bodyPr anchor="b">
            <a:noAutofit/>
          </a:bodyPr>
          <a:lstStyle>
            <a:lvl1pPr marL="0" indent="0">
              <a:buNone/>
              <a:defRPr sz="2400" b="0">
                <a:solidFill>
                  <a:schemeClr val="bg2">
                    <a:lumMod val="40000"/>
                    <a:lumOff val="60000"/>
                  </a:schemeClr>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31" name="Picture Placeholder 2"/>
          <p:cNvSpPr>
            <a:spLocks noGrp="1" noChangeAspect="1"/>
          </p:cNvSpPr>
          <p:nvPr>
            <p:ph type="pic" idx="22"/>
          </p:nvPr>
        </p:nvSpPr>
        <p:spPr>
          <a:xfrm>
            <a:off x="7124699" y="2209800"/>
            <a:ext cx="2932113" cy="1524000"/>
          </a:xfrm>
          <a:prstGeom prst="roundRect">
            <a:avLst>
              <a:gd name="adj" fmla="val 1858"/>
            </a:avLst>
          </a:prstGeom>
          <a:effectLst>
            <a:outerShdw blurRad="50800" dist="50800" dir="5400000" algn="tl" rotWithShape="0">
              <a:srgbClr val="000000">
                <a:alpha val="43000"/>
              </a:srgbClr>
            </a:outerShdw>
          </a:effectLst>
        </p:spPr>
        <p:txBody>
          <a:bodyPr anchor="t">
            <a:normAutofit/>
          </a:bodyPr>
          <a:lstStyle>
            <a:lvl1pPr marL="0" indent="0" algn="ctr">
              <a:buNone/>
              <a:defRPr sz="1600"/>
            </a:lvl1pPr>
            <a:lvl2pPr marL="457200" indent="0">
              <a:buNone/>
              <a:defRPr sz="1600"/>
            </a:lvl2pPr>
            <a:lvl3pPr marL="914400" indent="0">
              <a:buNone/>
              <a:defRPr sz="16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r>
              <a:rPr lang="en-US"/>
              <a:t>Click icon to add picture</a:t>
            </a:r>
            <a:endParaRPr lang="en-US" dirty="0"/>
          </a:p>
        </p:txBody>
      </p:sp>
      <p:sp>
        <p:nvSpPr>
          <p:cNvPr id="24" name="Text Placeholder 3"/>
          <p:cNvSpPr>
            <a:spLocks noGrp="1"/>
          </p:cNvSpPr>
          <p:nvPr>
            <p:ph type="body" sz="half" idx="20"/>
          </p:nvPr>
        </p:nvSpPr>
        <p:spPr>
          <a:xfrm>
            <a:off x="7124575" y="4827208"/>
            <a:ext cx="2935997" cy="659189"/>
          </a:xfrm>
        </p:spPr>
        <p:txBody>
          <a:bodyPr anchor="t">
            <a:normAutofit/>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cxnSp>
        <p:nvCxnSpPr>
          <p:cNvPr id="19" name="Straight Connector 18"/>
          <p:cNvCxnSpPr/>
          <p:nvPr/>
        </p:nvCxnSpPr>
        <p:spPr>
          <a:xfrm>
            <a:off x="3726142" y="2133600"/>
            <a:ext cx="0" cy="3962400"/>
          </a:xfrm>
          <a:prstGeom prst="line">
            <a:avLst/>
          </a:prstGeom>
          <a:ln w="12700" cmpd="sng">
            <a:solidFill>
              <a:schemeClr val="bg2">
                <a:lumMod val="40000"/>
                <a:lumOff val="60000"/>
                <a:alpha val="40000"/>
              </a:schemeClr>
            </a:solidFill>
          </a:ln>
        </p:spPr>
        <p:style>
          <a:lnRef idx="2">
            <a:schemeClr val="accent1"/>
          </a:lnRef>
          <a:fillRef idx="0">
            <a:schemeClr val="accent1"/>
          </a:fillRef>
          <a:effectRef idx="1">
            <a:schemeClr val="accent1"/>
          </a:effectRef>
          <a:fontRef idx="minor">
            <a:schemeClr val="tx1"/>
          </a:fontRef>
        </p:style>
      </p:cxnSp>
      <p:cxnSp>
        <p:nvCxnSpPr>
          <p:cNvPr id="20" name="Straight Connector 19"/>
          <p:cNvCxnSpPr/>
          <p:nvPr/>
        </p:nvCxnSpPr>
        <p:spPr>
          <a:xfrm>
            <a:off x="6962227" y="2133600"/>
            <a:ext cx="0" cy="3966882"/>
          </a:xfrm>
          <a:prstGeom prst="line">
            <a:avLst/>
          </a:prstGeom>
          <a:ln w="12700" cmpd="sng">
            <a:solidFill>
              <a:schemeClr val="bg2">
                <a:lumMod val="40000"/>
                <a:lumOff val="60000"/>
                <a:alpha val="40000"/>
              </a:schemeClr>
            </a:solidFill>
          </a:ln>
        </p:spPr>
        <p:style>
          <a:lnRef idx="2">
            <a:schemeClr val="accent1"/>
          </a:lnRef>
          <a:fillRef idx="0">
            <a:schemeClr val="accent1"/>
          </a:fillRef>
          <a:effectRef idx="1">
            <a:schemeClr val="accent1"/>
          </a:effectRef>
          <a:fontRef idx="minor">
            <a:schemeClr val="tx1"/>
          </a:fontRef>
        </p:style>
      </p:cxnSp>
      <p:sp>
        <p:nvSpPr>
          <p:cNvPr id="7" name="Date Placeholder 3"/>
          <p:cNvSpPr>
            <a:spLocks noGrp="1"/>
          </p:cNvSpPr>
          <p:nvPr>
            <p:ph type="dt" sz="half" idx="10"/>
          </p:nvPr>
        </p:nvSpPr>
        <p:spPr/>
        <p:txBody>
          <a:bodyPr/>
          <a:lstStyle/>
          <a:p>
            <a:fld id="{550E8368-6EF5-465F-A987-9D8D32AC4C7D}" type="datetimeFigureOut">
              <a:rPr lang="en-IN" smtClean="0"/>
              <a:t>06-12-2024</a:t>
            </a:fld>
            <a:endParaRPr lang="en-IN"/>
          </a:p>
        </p:txBody>
      </p:sp>
      <p:sp>
        <p:nvSpPr>
          <p:cNvPr id="4"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8BCF953F-7CA6-4EB4-9FE5-718197063251}" type="slidenum">
              <a:rPr lang="en-IN" smtClean="0"/>
              <a:t>‹#›</a:t>
            </a:fld>
            <a:endParaRPr lang="en-IN"/>
          </a:p>
        </p:txBody>
      </p:sp>
    </p:spTree>
    <p:extLst>
      <p:ext uri="{BB962C8B-B14F-4D97-AF65-F5344CB8AC3E}">
        <p14:creationId xmlns:p14="http://schemas.microsoft.com/office/powerpoint/2010/main" val="2808008964"/>
      </p:ext>
    </p:extLst>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Vertical Text Placeholder 2"/>
          <p:cNvSpPr>
            <a:spLocks noGrp="1"/>
          </p:cNvSpPr>
          <p:nvPr>
            <p:ph type="body" orient="vert" idx="1"/>
          </p:nvPr>
        </p:nvSpPr>
        <p:spPr/>
        <p:txBody>
          <a:bodyPr vert="eaVert" anchor="t" anchorCtr="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550E8368-6EF5-465F-A987-9D8D32AC4C7D}" type="datetimeFigureOut">
              <a:rPr lang="en-IN" smtClean="0"/>
              <a:t>06-12-2024</a:t>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8BCF953F-7CA6-4EB4-9FE5-718197063251}" type="slidenum">
              <a:rPr lang="en-IN" smtClean="0"/>
              <a:t>‹#›</a:t>
            </a:fld>
            <a:endParaRPr lang="en-IN"/>
          </a:p>
        </p:txBody>
      </p:sp>
    </p:spTree>
    <p:extLst>
      <p:ext uri="{BB962C8B-B14F-4D97-AF65-F5344CB8AC3E}">
        <p14:creationId xmlns:p14="http://schemas.microsoft.com/office/powerpoint/2010/main" val="1257153922"/>
      </p:ext>
    </p:extLst>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8304212" y="430213"/>
            <a:ext cx="1752601" cy="5826125"/>
          </a:xfrm>
        </p:spPr>
        <p:txBody>
          <a:bodyPr vert="eaVert" anchor="b" anchorCtr="0"/>
          <a:lstStyle/>
          <a:p>
            <a:r>
              <a:rPr lang="en-US"/>
              <a:t>Click to edit Master title style</a:t>
            </a:r>
            <a:endParaRPr lang="en-US" dirty="0"/>
          </a:p>
        </p:txBody>
      </p:sp>
      <p:sp>
        <p:nvSpPr>
          <p:cNvPr id="3" name="Vertical Text Placeholder 2"/>
          <p:cNvSpPr>
            <a:spLocks noGrp="1"/>
          </p:cNvSpPr>
          <p:nvPr>
            <p:ph type="body" orient="vert" idx="1"/>
          </p:nvPr>
        </p:nvSpPr>
        <p:spPr>
          <a:xfrm>
            <a:off x="652463" y="887414"/>
            <a:ext cx="7423149" cy="5368924"/>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550E8368-6EF5-465F-A987-9D8D32AC4C7D}" type="datetimeFigureOut">
              <a:rPr lang="en-IN" smtClean="0"/>
              <a:t>06-12-2024</a:t>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8BCF953F-7CA6-4EB4-9FE5-718197063251}" type="slidenum">
              <a:rPr lang="en-IN" smtClean="0"/>
              <a:t>‹#›</a:t>
            </a:fld>
            <a:endParaRPr lang="en-IN"/>
          </a:p>
        </p:txBody>
      </p:sp>
    </p:spTree>
    <p:extLst>
      <p:ext uri="{BB962C8B-B14F-4D97-AF65-F5344CB8AC3E}">
        <p14:creationId xmlns:p14="http://schemas.microsoft.com/office/powerpoint/2010/main" val="3705378217"/>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18" Type="http://schemas.openxmlformats.org/officeDocument/2006/relationships/theme" Target="../theme/theme1.xml"/><Relationship Id="rId3" Type="http://schemas.openxmlformats.org/officeDocument/2006/relationships/slideLayout" Target="../slideLayouts/slideLayout3.xml"/><Relationship Id="rId21" Type="http://schemas.openxmlformats.org/officeDocument/2006/relationships/image" Target="../media/image4.png"/><Relationship Id="rId7" Type="http://schemas.openxmlformats.org/officeDocument/2006/relationships/slideLayout" Target="../slideLayouts/slideLayout7.xml"/><Relationship Id="rId12" Type="http://schemas.openxmlformats.org/officeDocument/2006/relationships/slideLayout" Target="../slideLayouts/slideLayout12.xml"/><Relationship Id="rId17" Type="http://schemas.openxmlformats.org/officeDocument/2006/relationships/slideLayout" Target="../slideLayouts/slideLayout17.xml"/><Relationship Id="rId2" Type="http://schemas.openxmlformats.org/officeDocument/2006/relationships/slideLayout" Target="../slideLayouts/slideLayout2.xml"/><Relationship Id="rId16" Type="http://schemas.openxmlformats.org/officeDocument/2006/relationships/slideLayout" Target="../slideLayouts/slideLayout16.xml"/><Relationship Id="rId20" Type="http://schemas.openxmlformats.org/officeDocument/2006/relationships/image" Target="../media/image3.png"/><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slideLayout" Target="../slideLayouts/slideLayout15.xml"/><Relationship Id="rId10" Type="http://schemas.openxmlformats.org/officeDocument/2006/relationships/slideLayout" Target="../slideLayouts/slideLayout10.xml"/><Relationship Id="rId19" Type="http://schemas.openxmlformats.org/officeDocument/2006/relationships/image" Target="../media/image2.png"/><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 Id="rId22" Type="http://schemas.openxmlformats.org/officeDocument/2006/relationships/image" Target="../media/image5.png"/></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3">
        <a:schemeClr val="bg2"/>
      </p:bgRef>
    </p:bg>
    <p:spTree>
      <p:nvGrpSpPr>
        <p:cNvPr id="1" name=""/>
        <p:cNvGrpSpPr/>
        <p:nvPr/>
      </p:nvGrpSpPr>
      <p:grpSpPr>
        <a:xfrm>
          <a:off x="0" y="0"/>
          <a:ext cx="0" cy="0"/>
          <a:chOff x="0" y="0"/>
          <a:chExt cx="0" cy="0"/>
        </a:xfrm>
      </p:grpSpPr>
      <p:pic>
        <p:nvPicPr>
          <p:cNvPr id="8" name="Picture 7"/>
          <p:cNvPicPr>
            <a:picLocks noChangeAspect="1"/>
          </p:cNvPicPr>
          <p:nvPr/>
        </p:nvPicPr>
        <p:blipFill rotWithShape="1">
          <a:blip r:embed="rId19">
            <a:extLst>
              <a:ext uri="{28A0092B-C50C-407E-A947-70E740481C1C}">
                <a14:useLocalDpi xmlns:a14="http://schemas.microsoft.com/office/drawing/2010/main" val="0"/>
              </a:ext>
            </a:extLst>
          </a:blip>
          <a:srcRect l="3613"/>
          <a:stretch/>
        </p:blipFill>
        <p:spPr>
          <a:xfrm>
            <a:off x="0" y="2669685"/>
            <a:ext cx="4037012" cy="4188315"/>
          </a:xfrm>
          <a:prstGeom prst="rect">
            <a:avLst/>
          </a:prstGeom>
        </p:spPr>
      </p:pic>
      <p:pic>
        <p:nvPicPr>
          <p:cNvPr id="7" name="Picture 6"/>
          <p:cNvPicPr>
            <a:picLocks noChangeAspect="1"/>
          </p:cNvPicPr>
          <p:nvPr/>
        </p:nvPicPr>
        <p:blipFill rotWithShape="1">
          <a:blip r:embed="rId20">
            <a:extLst>
              <a:ext uri="{28A0092B-C50C-407E-A947-70E740481C1C}">
                <a14:useLocalDpi xmlns:a14="http://schemas.microsoft.com/office/drawing/2010/main" val="0"/>
              </a:ext>
            </a:extLst>
          </a:blip>
          <a:srcRect l="35640"/>
          <a:stretch/>
        </p:blipFill>
        <p:spPr>
          <a:xfrm>
            <a:off x="0" y="2892347"/>
            <a:ext cx="1522412" cy="2365453"/>
          </a:xfrm>
          <a:prstGeom prst="rect">
            <a:avLst/>
          </a:prstGeom>
        </p:spPr>
      </p:pic>
      <p:sp>
        <p:nvSpPr>
          <p:cNvPr id="16" name="Oval 15"/>
          <p:cNvSpPr/>
          <p:nvPr/>
        </p:nvSpPr>
        <p:spPr>
          <a:xfrm>
            <a:off x="8609012" y="1676400"/>
            <a:ext cx="2819400" cy="2819400"/>
          </a:xfrm>
          <a:prstGeom prst="ellipse">
            <a:avLst/>
          </a:prstGeom>
          <a:gradFill flip="none" rotWithShape="1">
            <a:gsLst>
              <a:gs pos="0">
                <a:schemeClr val="bg2">
                  <a:lumMod val="60000"/>
                  <a:lumOff val="40000"/>
                  <a:alpha val="7000"/>
                </a:schemeClr>
              </a:gs>
              <a:gs pos="69000">
                <a:schemeClr val="bg2">
                  <a:lumMod val="60000"/>
                  <a:lumOff val="40000"/>
                  <a:alpha val="0"/>
                </a:schemeClr>
              </a:gs>
              <a:gs pos="36000">
                <a:schemeClr val="bg2">
                  <a:lumMod val="60000"/>
                  <a:lumOff val="40000"/>
                  <a:alpha val="6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pic>
        <p:nvPicPr>
          <p:cNvPr id="9" name="Picture 8"/>
          <p:cNvPicPr>
            <a:picLocks noChangeAspect="1"/>
          </p:cNvPicPr>
          <p:nvPr/>
        </p:nvPicPr>
        <p:blipFill rotWithShape="1">
          <a:blip r:embed="rId21">
            <a:extLst>
              <a:ext uri="{28A0092B-C50C-407E-A947-70E740481C1C}">
                <a14:useLocalDpi xmlns:a14="http://schemas.microsoft.com/office/drawing/2010/main" val="0"/>
              </a:ext>
            </a:extLst>
          </a:blip>
          <a:srcRect t="28813"/>
          <a:stretch/>
        </p:blipFill>
        <p:spPr>
          <a:xfrm>
            <a:off x="7999412" y="0"/>
            <a:ext cx="1603387" cy="1141407"/>
          </a:xfrm>
          <a:prstGeom prst="rect">
            <a:avLst/>
          </a:prstGeom>
        </p:spPr>
      </p:pic>
      <p:pic>
        <p:nvPicPr>
          <p:cNvPr id="10" name="Picture 9"/>
          <p:cNvPicPr>
            <a:picLocks noChangeAspect="1"/>
          </p:cNvPicPr>
          <p:nvPr/>
        </p:nvPicPr>
        <p:blipFill rotWithShape="1">
          <a:blip r:embed="rId22">
            <a:extLst>
              <a:ext uri="{28A0092B-C50C-407E-A947-70E740481C1C}">
                <a14:useLocalDpi xmlns:a14="http://schemas.microsoft.com/office/drawing/2010/main" val="0"/>
              </a:ext>
            </a:extLst>
          </a:blip>
          <a:srcRect b="23320"/>
          <a:stretch/>
        </p:blipFill>
        <p:spPr>
          <a:xfrm>
            <a:off x="8605878" y="6096000"/>
            <a:ext cx="993734" cy="762000"/>
          </a:xfrm>
          <a:prstGeom prst="rect">
            <a:avLst/>
          </a:prstGeom>
        </p:spPr>
      </p:pic>
      <p:sp>
        <p:nvSpPr>
          <p:cNvPr id="14" name="Rectangle 13"/>
          <p:cNvSpPr/>
          <p:nvPr/>
        </p:nvSpPr>
        <p:spPr>
          <a:xfrm>
            <a:off x="10437812" y="0"/>
            <a:ext cx="685800" cy="1143000"/>
          </a:xfrm>
          <a:prstGeom prst="rect">
            <a:avLst/>
          </a:prstGeom>
          <a:solidFill>
            <a:schemeClr val="accent1"/>
          </a:solidFill>
          <a:ln>
            <a:noFill/>
          </a:ln>
        </p:spPr>
        <p:style>
          <a:lnRef idx="1">
            <a:schemeClr val="accent1"/>
          </a:lnRef>
          <a:fillRef idx="3">
            <a:schemeClr val="accent1"/>
          </a:fillRef>
          <a:effectRef idx="2">
            <a:schemeClr val="accent1"/>
          </a:effectRef>
          <a:fontRef idx="minor">
            <a:schemeClr val="lt1"/>
          </a:fontRef>
        </p:style>
      </p:sp>
      <p:sp>
        <p:nvSpPr>
          <p:cNvPr id="2" name="Title Placeholder 1"/>
          <p:cNvSpPr>
            <a:spLocks noGrp="1"/>
          </p:cNvSpPr>
          <p:nvPr>
            <p:ph type="title"/>
          </p:nvPr>
        </p:nvSpPr>
        <p:spPr>
          <a:xfrm>
            <a:off x="646111" y="452718"/>
            <a:ext cx="9404723" cy="1400530"/>
          </a:xfrm>
          <a:prstGeom prst="rect">
            <a:avLst/>
          </a:prstGeom>
        </p:spPr>
        <p:txBody>
          <a:bodyPr vert="horz" lIns="91440" tIns="45720" rIns="91440" bIns="45720" rtlCol="0" anchor="t">
            <a:noAutofit/>
          </a:bodyPr>
          <a:lstStyle/>
          <a:p>
            <a:r>
              <a:rPr lang="en-US"/>
              <a:t>Click to edit Master title style</a:t>
            </a:r>
            <a:endParaRPr lang="en-US" dirty="0"/>
          </a:p>
        </p:txBody>
      </p:sp>
      <p:sp>
        <p:nvSpPr>
          <p:cNvPr id="3" name="Text Placeholder 2"/>
          <p:cNvSpPr>
            <a:spLocks noGrp="1"/>
          </p:cNvSpPr>
          <p:nvPr>
            <p:ph type="body" idx="1"/>
          </p:nvPr>
        </p:nvSpPr>
        <p:spPr>
          <a:xfrm>
            <a:off x="1103312" y="2052918"/>
            <a:ext cx="8946541" cy="4195481"/>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2"/>
          </p:nvPr>
        </p:nvSpPr>
        <p:spPr>
          <a:xfrm rot="5400000">
            <a:off x="10155639" y="1790701"/>
            <a:ext cx="990599" cy="304799"/>
          </a:xfrm>
          <a:prstGeom prst="rect">
            <a:avLst/>
          </a:prstGeom>
        </p:spPr>
        <p:txBody>
          <a:bodyPr vert="horz" lIns="91440" tIns="45720" rIns="91440" bIns="45720" rtlCol="0" anchor="t"/>
          <a:lstStyle>
            <a:lvl1pPr algn="l">
              <a:defRPr sz="1100" b="0" i="0">
                <a:solidFill>
                  <a:schemeClr val="tx1">
                    <a:tint val="75000"/>
                    <a:alpha val="60000"/>
                  </a:schemeClr>
                </a:solidFill>
              </a:defRPr>
            </a:lvl1pPr>
          </a:lstStyle>
          <a:p>
            <a:fld id="{550E8368-6EF5-465F-A987-9D8D32AC4C7D}" type="datetimeFigureOut">
              <a:rPr lang="en-IN" smtClean="0"/>
              <a:t>06-12-2024</a:t>
            </a:fld>
            <a:endParaRPr lang="en-IN"/>
          </a:p>
        </p:txBody>
      </p:sp>
      <p:sp>
        <p:nvSpPr>
          <p:cNvPr id="5" name="Footer Placeholder 4"/>
          <p:cNvSpPr>
            <a:spLocks noGrp="1"/>
          </p:cNvSpPr>
          <p:nvPr>
            <p:ph type="ftr" sz="quarter" idx="3"/>
          </p:nvPr>
        </p:nvSpPr>
        <p:spPr>
          <a:xfrm rot="5400000">
            <a:off x="8951573" y="3225297"/>
            <a:ext cx="3859795" cy="304801"/>
          </a:xfrm>
          <a:prstGeom prst="rect">
            <a:avLst/>
          </a:prstGeom>
        </p:spPr>
        <p:txBody>
          <a:bodyPr vert="horz" lIns="91440" tIns="45720" rIns="91440" bIns="45720" rtlCol="0" anchor="b"/>
          <a:lstStyle>
            <a:lvl1pPr algn="l">
              <a:defRPr sz="1100" b="0" i="0">
                <a:solidFill>
                  <a:schemeClr val="tx1">
                    <a:tint val="75000"/>
                    <a:alpha val="60000"/>
                  </a:schemeClr>
                </a:solidFill>
              </a:defRPr>
            </a:lvl1pPr>
          </a:lstStyle>
          <a:p>
            <a:endParaRPr lang="en-IN"/>
          </a:p>
        </p:txBody>
      </p:sp>
      <p:sp>
        <p:nvSpPr>
          <p:cNvPr id="6" name="Slide Number Placeholder 5"/>
          <p:cNvSpPr>
            <a:spLocks noGrp="1"/>
          </p:cNvSpPr>
          <p:nvPr>
            <p:ph type="sldNum" sz="quarter" idx="4"/>
          </p:nvPr>
        </p:nvSpPr>
        <p:spPr bwMode="gray">
          <a:xfrm>
            <a:off x="10352540" y="295729"/>
            <a:ext cx="838199" cy="767687"/>
          </a:xfrm>
          <a:prstGeom prst="rect">
            <a:avLst/>
          </a:prstGeom>
        </p:spPr>
        <p:txBody>
          <a:bodyPr vert="horz" lIns="91440" tIns="45720" rIns="91440" bIns="45720" rtlCol="0" anchor="b"/>
          <a:lstStyle>
            <a:lvl1pPr algn="ctr">
              <a:defRPr sz="2800" b="0" i="0">
                <a:solidFill>
                  <a:schemeClr val="tx1">
                    <a:tint val="75000"/>
                  </a:schemeClr>
                </a:solidFill>
              </a:defRPr>
            </a:lvl1pPr>
          </a:lstStyle>
          <a:p>
            <a:fld id="{8BCF953F-7CA6-4EB4-9FE5-718197063251}" type="slidenum">
              <a:rPr lang="en-IN" smtClean="0"/>
              <a:t>‹#›</a:t>
            </a:fld>
            <a:endParaRPr lang="en-IN"/>
          </a:p>
        </p:txBody>
      </p:sp>
    </p:spTree>
    <p:extLst>
      <p:ext uri="{BB962C8B-B14F-4D97-AF65-F5344CB8AC3E}">
        <p14:creationId xmlns:p14="http://schemas.microsoft.com/office/powerpoint/2010/main" val="3362501425"/>
      </p:ext>
    </p:extLst>
  </p:cSld>
  <p:clrMap bg1="dk1" tx1="lt1" bg2="dk2" tx2="lt2" accent1="accent1" accent2="accent2" accent3="accent3" accent4="accent4" accent5="accent5" accent6="accent6" hlink="hlink" folHlink="folHlink"/>
  <p:sldLayoutIdLst>
    <p:sldLayoutId id="2147483661" r:id="rId1"/>
    <p:sldLayoutId id="2147483662" r:id="rId2"/>
    <p:sldLayoutId id="2147483663" r:id="rId3"/>
    <p:sldLayoutId id="2147483664" r:id="rId4"/>
    <p:sldLayoutId id="2147483665" r:id="rId5"/>
    <p:sldLayoutId id="2147483666" r:id="rId6"/>
    <p:sldLayoutId id="2147483667" r:id="rId7"/>
    <p:sldLayoutId id="2147483668" r:id="rId8"/>
    <p:sldLayoutId id="2147483669" r:id="rId9"/>
    <p:sldLayoutId id="2147483670" r:id="rId10"/>
    <p:sldLayoutId id="2147483671" r:id="rId11"/>
    <p:sldLayoutId id="2147483672" r:id="rId12"/>
    <p:sldLayoutId id="2147483673" r:id="rId13"/>
    <p:sldLayoutId id="2147483674" r:id="rId14"/>
    <p:sldLayoutId id="2147483675" r:id="rId15"/>
    <p:sldLayoutId id="2147483676" r:id="rId16"/>
    <p:sldLayoutId id="2147483677" r:id="rId17"/>
  </p:sldLayoutIdLst>
  <p:txStyles>
    <p:titleStyle>
      <a:lvl1pPr algn="l" defTabSz="457200" rtl="0" eaLnBrk="1" latinLnBrk="0" hangingPunct="1">
        <a:spcBef>
          <a:spcPct val="0"/>
        </a:spcBef>
        <a:buNone/>
        <a:defRPr sz="4200" b="0" i="0" kern="1200">
          <a:solidFill>
            <a:schemeClr val="tx2"/>
          </a:solidFill>
          <a:latin typeface="+mj-lt"/>
          <a:ea typeface="+mj-ea"/>
          <a:cs typeface="+mj-cs"/>
        </a:defRPr>
      </a:lvl1pPr>
      <a:lvl2pPr eaLnBrk="1" hangingPunct="1">
        <a:defRPr>
          <a:solidFill>
            <a:schemeClr val="tx2"/>
          </a:solidFill>
        </a:defRPr>
      </a:lvl2pPr>
      <a:lvl3pPr eaLnBrk="1" hangingPunct="1">
        <a:defRPr>
          <a:solidFill>
            <a:schemeClr val="tx2"/>
          </a:solidFill>
        </a:defRPr>
      </a:lvl3pPr>
      <a:lvl4pPr eaLnBrk="1" hangingPunct="1">
        <a:defRPr>
          <a:solidFill>
            <a:schemeClr val="tx2"/>
          </a:solidFill>
        </a:defRPr>
      </a:lvl4pPr>
      <a:lvl5pPr eaLnBrk="1" hangingPunct="1">
        <a:defRPr>
          <a:solidFill>
            <a:schemeClr val="tx2"/>
          </a:solidFill>
        </a:defRPr>
      </a:lvl5pPr>
      <a:lvl6pPr eaLnBrk="1" hangingPunct="1">
        <a:defRPr>
          <a:solidFill>
            <a:schemeClr val="tx2"/>
          </a:solidFill>
        </a:defRPr>
      </a:lvl6pPr>
      <a:lvl7pPr eaLnBrk="1" hangingPunct="1">
        <a:defRPr>
          <a:solidFill>
            <a:schemeClr val="tx2"/>
          </a:solidFill>
        </a:defRPr>
      </a:lvl7pPr>
      <a:lvl8pPr eaLnBrk="1" hangingPunct="1">
        <a:defRPr>
          <a:solidFill>
            <a:schemeClr val="tx2"/>
          </a:solidFill>
        </a:defRPr>
      </a:lvl8pPr>
      <a:lvl9pPr eaLnBrk="1" hangingPunct="1">
        <a:defRPr>
          <a:solidFill>
            <a:schemeClr val="tx2"/>
          </a:solidFill>
        </a:defRPr>
      </a:lvl9pPr>
    </p:titleStyle>
    <p:bodyStyle>
      <a:lvl1pPr marL="342900" indent="-342900" algn="l" defTabSz="457200" rtl="0" eaLnBrk="1" latinLnBrk="0" hangingPunct="1">
        <a:spcBef>
          <a:spcPts val="1000"/>
        </a:spcBef>
        <a:spcAft>
          <a:spcPts val="0"/>
        </a:spcAft>
        <a:buClr>
          <a:schemeClr val="bg2">
            <a:lumMod val="40000"/>
            <a:lumOff val="60000"/>
          </a:schemeClr>
        </a:buClr>
        <a:buSzPct val="80000"/>
        <a:buFont typeface="Wingdings 3" charset="2"/>
        <a:buChar char=""/>
        <a:defRPr sz="2000" b="0" i="0" kern="1200">
          <a:solidFill>
            <a:schemeClr val="tx1"/>
          </a:solidFill>
          <a:latin typeface="+mj-lt"/>
          <a:ea typeface="+mj-ea"/>
          <a:cs typeface="+mj-cs"/>
        </a:defRPr>
      </a:lvl1pPr>
      <a:lvl2pPr marL="742950" indent="-285750" algn="l" defTabSz="457200" rtl="0" eaLnBrk="1" latinLnBrk="0" hangingPunct="1">
        <a:spcBef>
          <a:spcPts val="1000"/>
        </a:spcBef>
        <a:spcAft>
          <a:spcPts val="0"/>
        </a:spcAft>
        <a:buClr>
          <a:schemeClr val="bg2">
            <a:lumMod val="40000"/>
            <a:lumOff val="60000"/>
          </a:schemeClr>
        </a:buClr>
        <a:buSzPct val="80000"/>
        <a:buFont typeface="Wingdings 3" charset="2"/>
        <a:buChar char=""/>
        <a:defRPr sz="1800" b="0" i="0" kern="1200">
          <a:solidFill>
            <a:schemeClr val="tx1"/>
          </a:solidFill>
          <a:latin typeface="+mj-lt"/>
          <a:ea typeface="+mj-ea"/>
          <a:cs typeface="+mj-cs"/>
        </a:defRPr>
      </a:lvl2pPr>
      <a:lvl3pPr marL="1143000" indent="-228600" algn="l" defTabSz="457200" rtl="0" eaLnBrk="1" latinLnBrk="0" hangingPunct="1">
        <a:spcBef>
          <a:spcPts val="1000"/>
        </a:spcBef>
        <a:spcAft>
          <a:spcPts val="0"/>
        </a:spcAft>
        <a:buClr>
          <a:schemeClr val="bg2">
            <a:lumMod val="40000"/>
            <a:lumOff val="60000"/>
          </a:schemeClr>
        </a:buClr>
        <a:buSzPct val="80000"/>
        <a:buFont typeface="Wingdings 3" charset="2"/>
        <a:buChar char=""/>
        <a:defRPr sz="1600" b="0" i="0" kern="1200">
          <a:solidFill>
            <a:schemeClr val="tx1"/>
          </a:solidFill>
          <a:latin typeface="+mj-lt"/>
          <a:ea typeface="+mj-ea"/>
          <a:cs typeface="+mj-cs"/>
        </a:defRPr>
      </a:lvl3pPr>
      <a:lvl4pPr marL="1600200" indent="-228600" algn="l" defTabSz="457200" rtl="0" eaLnBrk="1" latinLnBrk="0" hangingPunct="1">
        <a:spcBef>
          <a:spcPts val="1000"/>
        </a:spcBef>
        <a:spcAft>
          <a:spcPts val="0"/>
        </a:spcAft>
        <a:buClr>
          <a:schemeClr val="bg2">
            <a:lumMod val="40000"/>
            <a:lumOff val="60000"/>
          </a:schemeClr>
        </a:buClr>
        <a:buSzPct val="80000"/>
        <a:buFont typeface="Wingdings 3" charset="2"/>
        <a:buChar char=""/>
        <a:defRPr sz="1400" b="0" i="0" kern="1200">
          <a:solidFill>
            <a:schemeClr val="tx1"/>
          </a:solidFill>
          <a:latin typeface="+mj-lt"/>
          <a:ea typeface="+mj-ea"/>
          <a:cs typeface="+mj-cs"/>
        </a:defRPr>
      </a:lvl4pPr>
      <a:lvl5pPr marL="2057400" indent="-228600" algn="l" defTabSz="457200" rtl="0" eaLnBrk="1" latinLnBrk="0" hangingPunct="1">
        <a:spcBef>
          <a:spcPts val="1000"/>
        </a:spcBef>
        <a:spcAft>
          <a:spcPts val="0"/>
        </a:spcAft>
        <a:buClr>
          <a:schemeClr val="bg2">
            <a:lumMod val="40000"/>
            <a:lumOff val="60000"/>
          </a:schemeClr>
        </a:buClr>
        <a:buSzPct val="80000"/>
        <a:buFont typeface="Wingdings 3" charset="2"/>
        <a:buChar char=""/>
        <a:defRPr sz="1400" b="0" i="0" kern="1200">
          <a:solidFill>
            <a:schemeClr val="tx1"/>
          </a:solidFill>
          <a:latin typeface="+mj-lt"/>
          <a:ea typeface="+mj-ea"/>
          <a:cs typeface="+mj-cs"/>
        </a:defRPr>
      </a:lvl5pPr>
      <a:lvl6pPr marL="2506000" indent="-228600" algn="l" defTabSz="457200" rtl="0" eaLnBrk="1" latinLnBrk="0" hangingPunct="1">
        <a:spcBef>
          <a:spcPts val="1000"/>
        </a:spcBef>
        <a:spcAft>
          <a:spcPts val="0"/>
        </a:spcAft>
        <a:buClr>
          <a:schemeClr val="bg2">
            <a:lumMod val="40000"/>
            <a:lumOff val="60000"/>
          </a:schemeClr>
        </a:buClr>
        <a:buSzPct val="80000"/>
        <a:buFont typeface="Wingdings 3" charset="2"/>
        <a:buChar char=""/>
        <a:defRPr sz="1400" b="0" i="0" kern="1200">
          <a:solidFill>
            <a:schemeClr val="tx1"/>
          </a:solidFill>
          <a:latin typeface="+mj-lt"/>
          <a:ea typeface="+mj-ea"/>
          <a:cs typeface="+mj-cs"/>
        </a:defRPr>
      </a:lvl6pPr>
      <a:lvl7pPr marL="2971800" indent="-228600" algn="l" defTabSz="457200" rtl="0" eaLnBrk="1" latinLnBrk="0" hangingPunct="1">
        <a:spcBef>
          <a:spcPts val="1000"/>
        </a:spcBef>
        <a:spcAft>
          <a:spcPts val="0"/>
        </a:spcAft>
        <a:buClr>
          <a:schemeClr val="bg2">
            <a:lumMod val="40000"/>
            <a:lumOff val="60000"/>
          </a:schemeClr>
        </a:buClr>
        <a:buSzPct val="80000"/>
        <a:buFont typeface="Wingdings 3" charset="2"/>
        <a:buChar char=""/>
        <a:defRPr sz="1400" b="0" i="0" kern="1200">
          <a:solidFill>
            <a:schemeClr val="tx1"/>
          </a:solidFill>
          <a:latin typeface="+mj-lt"/>
          <a:ea typeface="+mj-ea"/>
          <a:cs typeface="+mj-cs"/>
        </a:defRPr>
      </a:lvl7pPr>
      <a:lvl8pPr marL="3429000" indent="-228600" algn="l" defTabSz="457200" rtl="0" eaLnBrk="1" latinLnBrk="0" hangingPunct="1">
        <a:spcBef>
          <a:spcPts val="1000"/>
        </a:spcBef>
        <a:spcAft>
          <a:spcPts val="0"/>
        </a:spcAft>
        <a:buClr>
          <a:schemeClr val="bg2">
            <a:lumMod val="40000"/>
            <a:lumOff val="60000"/>
          </a:schemeClr>
        </a:buClr>
        <a:buSzPct val="80000"/>
        <a:buFont typeface="Wingdings 3" charset="2"/>
        <a:buChar char=""/>
        <a:defRPr sz="1400" b="0" i="0" kern="1200">
          <a:solidFill>
            <a:schemeClr val="tx1"/>
          </a:solidFill>
          <a:latin typeface="+mj-lt"/>
          <a:ea typeface="+mj-ea"/>
          <a:cs typeface="+mj-cs"/>
        </a:defRPr>
      </a:lvl8pPr>
      <a:lvl9pPr marL="3886200" indent="-228600" algn="l" defTabSz="457200" rtl="0" eaLnBrk="1" latinLnBrk="0" hangingPunct="1">
        <a:spcBef>
          <a:spcPts val="1000"/>
        </a:spcBef>
        <a:spcAft>
          <a:spcPts val="0"/>
        </a:spcAft>
        <a:buClr>
          <a:schemeClr val="bg2">
            <a:lumMod val="40000"/>
            <a:lumOff val="60000"/>
          </a:schemeClr>
        </a:buClr>
        <a:buSzPct val="80000"/>
        <a:buFont typeface="Wingdings 3" charset="2"/>
        <a:buChar char=""/>
        <a:defRPr sz="1400" b="0" i="0" kern="1200">
          <a:solidFill>
            <a:schemeClr val="tx1"/>
          </a:solidFill>
          <a:latin typeface="+mj-lt"/>
          <a:ea typeface="+mj-ea"/>
          <a:cs typeface="+mj-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notesSlide" Target="../notesSlides/notesSlide1.xml"/><Relationship Id="rId1" Type="http://schemas.openxmlformats.org/officeDocument/2006/relationships/slideLayout" Target="../slideLayouts/slideLayout7.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18096F2-50C7-714A-CF88-CE1B777B0D16}"/>
              </a:ext>
            </a:extLst>
          </p:cNvPr>
          <p:cNvSpPr>
            <a:spLocks noGrp="1"/>
          </p:cNvSpPr>
          <p:nvPr>
            <p:ph type="ctrTitle"/>
          </p:nvPr>
        </p:nvSpPr>
        <p:spPr/>
        <p:txBody>
          <a:bodyPr/>
          <a:lstStyle/>
          <a:p>
            <a:r>
              <a:rPr lang="en-US" dirty="0"/>
              <a:t>Tenses </a:t>
            </a:r>
            <a:endParaRPr lang="en-IN" dirty="0"/>
          </a:p>
        </p:txBody>
      </p:sp>
      <p:sp>
        <p:nvSpPr>
          <p:cNvPr id="3" name="Subtitle 2">
            <a:extLst>
              <a:ext uri="{FF2B5EF4-FFF2-40B4-BE49-F238E27FC236}">
                <a16:creationId xmlns:a16="http://schemas.microsoft.com/office/drawing/2014/main" id="{82A61FD3-043F-8E2C-93E3-29D367F317C7}"/>
              </a:ext>
            </a:extLst>
          </p:cNvPr>
          <p:cNvSpPr>
            <a:spLocks noGrp="1"/>
          </p:cNvSpPr>
          <p:nvPr>
            <p:ph type="subTitle" idx="1"/>
          </p:nvPr>
        </p:nvSpPr>
        <p:spPr/>
        <p:txBody>
          <a:bodyPr/>
          <a:lstStyle/>
          <a:p>
            <a:endParaRPr lang="en-IN"/>
          </a:p>
        </p:txBody>
      </p:sp>
    </p:spTree>
    <p:extLst>
      <p:ext uri="{BB962C8B-B14F-4D97-AF65-F5344CB8AC3E}">
        <p14:creationId xmlns:p14="http://schemas.microsoft.com/office/powerpoint/2010/main" val="3542610133"/>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F9BB297-1C81-A622-D477-946D50EF713D}"/>
              </a:ext>
            </a:extLst>
          </p:cNvPr>
          <p:cNvSpPr>
            <a:spLocks noGrp="1"/>
          </p:cNvSpPr>
          <p:nvPr>
            <p:ph type="title"/>
          </p:nvPr>
        </p:nvSpPr>
        <p:spPr/>
        <p:txBody>
          <a:bodyPr/>
          <a:lstStyle/>
          <a:p>
            <a:r>
              <a:rPr lang="en-US" dirty="0"/>
              <a:t>Read the following sentences</a:t>
            </a:r>
            <a:endParaRPr lang="en-IN" dirty="0"/>
          </a:p>
        </p:txBody>
      </p:sp>
      <p:sp>
        <p:nvSpPr>
          <p:cNvPr id="3" name="Content Placeholder 2">
            <a:extLst>
              <a:ext uri="{FF2B5EF4-FFF2-40B4-BE49-F238E27FC236}">
                <a16:creationId xmlns:a16="http://schemas.microsoft.com/office/drawing/2014/main" id="{958EBCD7-272C-5BFB-65DD-5ECCDF649F10}"/>
              </a:ext>
            </a:extLst>
          </p:cNvPr>
          <p:cNvSpPr>
            <a:spLocks noGrp="1"/>
          </p:cNvSpPr>
          <p:nvPr>
            <p:ph idx="1"/>
          </p:nvPr>
        </p:nvSpPr>
        <p:spPr/>
        <p:txBody>
          <a:bodyPr/>
          <a:lstStyle/>
          <a:p>
            <a:r>
              <a:rPr lang="en-US" dirty="0"/>
              <a:t>1. I take  lessons in English language skills.</a:t>
            </a:r>
          </a:p>
          <a:p>
            <a:pPr marL="0" indent="0">
              <a:buNone/>
            </a:pPr>
            <a:r>
              <a:rPr lang="en-US" dirty="0"/>
              <a:t>     2.  I took lessons in English language skills last year.</a:t>
            </a:r>
          </a:p>
          <a:p>
            <a:r>
              <a:rPr lang="en-US" dirty="0"/>
              <a:t>3.  I shall take lessons in English language skills next month.</a:t>
            </a:r>
          </a:p>
          <a:p>
            <a:endParaRPr lang="en-IN" dirty="0"/>
          </a:p>
        </p:txBody>
      </p:sp>
    </p:spTree>
    <p:extLst>
      <p:ext uri="{BB962C8B-B14F-4D97-AF65-F5344CB8AC3E}">
        <p14:creationId xmlns:p14="http://schemas.microsoft.com/office/powerpoint/2010/main" val="2748566858"/>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6D027F2-BDDF-EB3E-C06E-32AFD552735A}"/>
              </a:ext>
            </a:extLst>
          </p:cNvPr>
          <p:cNvSpPr>
            <a:spLocks noGrp="1"/>
          </p:cNvSpPr>
          <p:nvPr>
            <p:ph type="title"/>
          </p:nvPr>
        </p:nvSpPr>
        <p:spPr/>
        <p:txBody>
          <a:bodyPr/>
          <a:lstStyle/>
          <a:p>
            <a:endParaRPr lang="en-IN" dirty="0"/>
          </a:p>
        </p:txBody>
      </p:sp>
      <p:sp>
        <p:nvSpPr>
          <p:cNvPr id="3" name="Content Placeholder 2">
            <a:extLst>
              <a:ext uri="{FF2B5EF4-FFF2-40B4-BE49-F238E27FC236}">
                <a16:creationId xmlns:a16="http://schemas.microsoft.com/office/drawing/2014/main" id="{6E823241-6C62-6FEE-DBD1-E2AC0FF88663}"/>
              </a:ext>
            </a:extLst>
          </p:cNvPr>
          <p:cNvSpPr>
            <a:spLocks noGrp="1"/>
          </p:cNvSpPr>
          <p:nvPr>
            <p:ph idx="1"/>
          </p:nvPr>
        </p:nvSpPr>
        <p:spPr/>
        <p:txBody>
          <a:bodyPr/>
          <a:lstStyle/>
          <a:p>
            <a:r>
              <a:rPr lang="en-US" dirty="0"/>
              <a:t>Take refers to the present, took refers to the past  and shall take refers to the future.</a:t>
            </a:r>
          </a:p>
          <a:p>
            <a:r>
              <a:rPr lang="en-US" dirty="0"/>
              <a:t>Verb may refer to any of the following:</a:t>
            </a:r>
          </a:p>
          <a:p>
            <a:r>
              <a:rPr lang="en-US" dirty="0"/>
              <a:t>Present time</a:t>
            </a:r>
          </a:p>
          <a:p>
            <a:r>
              <a:rPr lang="en-US" dirty="0"/>
              <a:t>Past time</a:t>
            </a:r>
          </a:p>
          <a:p>
            <a:r>
              <a:rPr lang="en-US" dirty="0"/>
              <a:t>Future time</a:t>
            </a:r>
            <a:endParaRPr lang="en-IN" dirty="0"/>
          </a:p>
        </p:txBody>
      </p:sp>
    </p:spTree>
    <p:extLst>
      <p:ext uri="{BB962C8B-B14F-4D97-AF65-F5344CB8AC3E}">
        <p14:creationId xmlns:p14="http://schemas.microsoft.com/office/powerpoint/2010/main" val="495783889"/>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3E1FA32-DEF6-C564-448B-C99B698295DB}"/>
              </a:ext>
            </a:extLst>
          </p:cNvPr>
          <p:cNvSpPr>
            <a:spLocks noGrp="1"/>
          </p:cNvSpPr>
          <p:nvPr>
            <p:ph type="title"/>
          </p:nvPr>
        </p:nvSpPr>
        <p:spPr/>
        <p:txBody>
          <a:bodyPr/>
          <a:lstStyle/>
          <a:p>
            <a:r>
              <a:rPr lang="en-IN" b="1" i="0" dirty="0">
                <a:solidFill>
                  <a:schemeClr val="tx1"/>
                </a:solidFill>
                <a:effectLst/>
                <a:latin typeface="Nunito" pitchFamily="2" charset="0"/>
              </a:rPr>
              <a:t>Types of Tenses</a:t>
            </a:r>
            <a:br>
              <a:rPr lang="en-IN" b="1" i="0" dirty="0">
                <a:solidFill>
                  <a:schemeClr val="tx1"/>
                </a:solidFill>
                <a:effectLst/>
                <a:latin typeface="Nunito" pitchFamily="2" charset="0"/>
              </a:rPr>
            </a:br>
            <a:endParaRPr lang="en-IN" dirty="0">
              <a:solidFill>
                <a:schemeClr val="tx1"/>
              </a:solidFill>
            </a:endParaRPr>
          </a:p>
        </p:txBody>
      </p:sp>
      <p:sp>
        <p:nvSpPr>
          <p:cNvPr id="3" name="Content Placeholder 2">
            <a:extLst>
              <a:ext uri="{FF2B5EF4-FFF2-40B4-BE49-F238E27FC236}">
                <a16:creationId xmlns:a16="http://schemas.microsoft.com/office/drawing/2014/main" id="{B0AB0D74-82FF-1784-D338-20A4845A56C5}"/>
              </a:ext>
            </a:extLst>
          </p:cNvPr>
          <p:cNvSpPr>
            <a:spLocks noGrp="1"/>
          </p:cNvSpPr>
          <p:nvPr>
            <p:ph idx="1"/>
          </p:nvPr>
        </p:nvSpPr>
        <p:spPr/>
        <p:txBody>
          <a:bodyPr/>
          <a:lstStyle/>
          <a:p>
            <a:pPr marL="0" indent="0">
              <a:buNone/>
            </a:pPr>
            <a:r>
              <a:rPr lang="en-US" b="0" i="0" dirty="0">
                <a:solidFill>
                  <a:srgbClr val="273239"/>
                </a:solidFill>
                <a:effectLst/>
                <a:latin typeface="Nunito" pitchFamily="2" charset="0"/>
              </a:rPr>
              <a:t> </a:t>
            </a:r>
            <a:r>
              <a:rPr lang="en-US" sz="2800" dirty="0">
                <a:latin typeface="Nunito" pitchFamily="2" charset="0"/>
              </a:rPr>
              <a:t>T</a:t>
            </a:r>
            <a:r>
              <a:rPr lang="en-US" sz="2800" b="0" i="0" dirty="0">
                <a:effectLst/>
                <a:latin typeface="Nunito" pitchFamily="2" charset="0"/>
              </a:rPr>
              <a:t>here are three types of Tenses:</a:t>
            </a:r>
          </a:p>
          <a:p>
            <a:pPr marL="0" indent="0">
              <a:buNone/>
            </a:pPr>
            <a:endParaRPr lang="en-US" sz="2800" dirty="0">
              <a:solidFill>
                <a:srgbClr val="273239"/>
              </a:solidFill>
              <a:latin typeface="Nunito" pitchFamily="2" charset="0"/>
            </a:endParaRPr>
          </a:p>
          <a:p>
            <a:pPr algn="l" fontAlgn="base">
              <a:spcAft>
                <a:spcPts val="1800"/>
              </a:spcAft>
              <a:buFont typeface="+mj-lt"/>
              <a:buAutoNum type="arabicPeriod"/>
            </a:pPr>
            <a:r>
              <a:rPr lang="en-IN" sz="2800" b="0" i="0" dirty="0">
                <a:effectLst/>
                <a:latin typeface="Nunito" pitchFamily="2" charset="0"/>
              </a:rPr>
              <a:t>Present Tense</a:t>
            </a:r>
          </a:p>
          <a:p>
            <a:pPr algn="l" fontAlgn="base">
              <a:spcAft>
                <a:spcPts val="1800"/>
              </a:spcAft>
              <a:buFont typeface="+mj-lt"/>
              <a:buAutoNum type="arabicPeriod" startAt="2"/>
            </a:pPr>
            <a:r>
              <a:rPr lang="en-IN" sz="2800" b="0" i="0" dirty="0">
                <a:effectLst/>
                <a:latin typeface="Nunito" pitchFamily="2" charset="0"/>
              </a:rPr>
              <a:t>Past Tense</a:t>
            </a:r>
          </a:p>
          <a:p>
            <a:pPr algn="l" fontAlgn="base">
              <a:spcAft>
                <a:spcPts val="1800"/>
              </a:spcAft>
              <a:buFont typeface="+mj-lt"/>
              <a:buAutoNum type="arabicPeriod" startAt="3"/>
            </a:pPr>
            <a:r>
              <a:rPr lang="en-IN" sz="2800" b="0" i="0" dirty="0">
                <a:effectLst/>
                <a:latin typeface="Nunito" pitchFamily="2" charset="0"/>
              </a:rPr>
              <a:t>Future Tense</a:t>
            </a:r>
          </a:p>
          <a:p>
            <a:pPr marL="0" indent="0">
              <a:buNone/>
            </a:pPr>
            <a:r>
              <a:rPr lang="en-US" b="0" i="0" dirty="0">
                <a:solidFill>
                  <a:srgbClr val="273239"/>
                </a:solidFill>
                <a:effectLst/>
                <a:latin typeface="Nunito" pitchFamily="2" charset="0"/>
              </a:rPr>
              <a:t>.</a:t>
            </a:r>
            <a:endParaRPr lang="en-IN" dirty="0"/>
          </a:p>
        </p:txBody>
      </p:sp>
    </p:spTree>
    <p:extLst>
      <p:ext uri="{BB962C8B-B14F-4D97-AF65-F5344CB8AC3E}">
        <p14:creationId xmlns:p14="http://schemas.microsoft.com/office/powerpoint/2010/main" val="3569133654"/>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90DB43C-518B-4024-04F9-4661767B37FE}"/>
              </a:ext>
            </a:extLst>
          </p:cNvPr>
          <p:cNvSpPr>
            <a:spLocks noGrp="1"/>
          </p:cNvSpPr>
          <p:nvPr>
            <p:ph type="title"/>
          </p:nvPr>
        </p:nvSpPr>
        <p:spPr/>
        <p:txBody>
          <a:bodyPr/>
          <a:lstStyle/>
          <a:p>
            <a:endParaRPr lang="en-IN"/>
          </a:p>
        </p:txBody>
      </p:sp>
      <p:sp>
        <p:nvSpPr>
          <p:cNvPr id="3" name="Content Placeholder 2">
            <a:extLst>
              <a:ext uri="{FF2B5EF4-FFF2-40B4-BE49-F238E27FC236}">
                <a16:creationId xmlns:a16="http://schemas.microsoft.com/office/drawing/2014/main" id="{4C93F619-ABD0-FBAA-462B-8D82B26EB131}"/>
              </a:ext>
            </a:extLst>
          </p:cNvPr>
          <p:cNvSpPr>
            <a:spLocks noGrp="1"/>
          </p:cNvSpPr>
          <p:nvPr>
            <p:ph idx="1"/>
          </p:nvPr>
        </p:nvSpPr>
        <p:spPr/>
        <p:txBody>
          <a:bodyPr>
            <a:normAutofit/>
          </a:bodyPr>
          <a:lstStyle/>
          <a:p>
            <a:pPr algn="just" rtl="0" fontAlgn="base">
              <a:spcAft>
                <a:spcPts val="750"/>
              </a:spcAft>
            </a:pPr>
            <a:r>
              <a:rPr lang="en-US" sz="2400" b="0" i="0" dirty="0">
                <a:effectLst/>
                <a:latin typeface="Nunito" pitchFamily="2" charset="0"/>
              </a:rPr>
              <a:t>Each tense has various forms and can be further categorized into simple, continuous, perfect, and perfect continuous tenses. The choice of tenses depends on the context, the intended meaning, and the relationship between the action and the time being referred to.</a:t>
            </a:r>
          </a:p>
          <a:p>
            <a:pPr algn="just" rtl="0" fontAlgn="base">
              <a:spcAft>
                <a:spcPts val="750"/>
              </a:spcAft>
            </a:pPr>
            <a:r>
              <a:rPr lang="en-US" sz="2400" b="0" i="0" dirty="0">
                <a:effectLst/>
                <a:latin typeface="Nunito" pitchFamily="2" charset="0"/>
              </a:rPr>
              <a:t>There are 12 tenses which are as follows</a:t>
            </a:r>
            <a:r>
              <a:rPr lang="en-US" sz="2400" b="0" i="0">
                <a:effectLst/>
                <a:latin typeface="Nunito" pitchFamily="2" charset="0"/>
              </a:rPr>
              <a:t>:  </a:t>
            </a:r>
            <a:endParaRPr lang="en-US" sz="2400" b="0" i="0" dirty="0">
              <a:effectLst/>
              <a:latin typeface="Nunito" pitchFamily="2" charset="0"/>
            </a:endParaRPr>
          </a:p>
          <a:p>
            <a:pPr marL="0" indent="0" algn="just" rtl="0" fontAlgn="base">
              <a:spcAft>
                <a:spcPts val="750"/>
              </a:spcAft>
              <a:buNone/>
            </a:pPr>
            <a:endParaRPr lang="en-US" sz="2400" b="0" i="0" dirty="0">
              <a:effectLst/>
              <a:latin typeface="Nunito" pitchFamily="2" charset="0"/>
            </a:endParaRPr>
          </a:p>
          <a:p>
            <a:endParaRPr lang="en-IN" dirty="0"/>
          </a:p>
        </p:txBody>
      </p:sp>
    </p:spTree>
    <p:extLst>
      <p:ext uri="{BB962C8B-B14F-4D97-AF65-F5344CB8AC3E}">
        <p14:creationId xmlns:p14="http://schemas.microsoft.com/office/powerpoint/2010/main" val="1414564349"/>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90E10A8-F734-2F6B-9BA0-8DAA02B37367}"/>
              </a:ext>
            </a:extLst>
          </p:cNvPr>
          <p:cNvSpPr>
            <a:spLocks noGrp="1"/>
          </p:cNvSpPr>
          <p:nvPr>
            <p:ph type="title"/>
          </p:nvPr>
        </p:nvSpPr>
        <p:spPr/>
        <p:txBody>
          <a:bodyPr/>
          <a:lstStyle/>
          <a:p>
            <a:r>
              <a:rPr lang="en-US" sz="4400" b="0" i="0" dirty="0">
                <a:effectLst/>
                <a:latin typeface="Nunito" pitchFamily="2" charset="0"/>
              </a:rPr>
              <a:t>Present tense</a:t>
            </a:r>
            <a:endParaRPr lang="en-IN" dirty="0"/>
          </a:p>
        </p:txBody>
      </p:sp>
      <p:sp>
        <p:nvSpPr>
          <p:cNvPr id="3" name="Content Placeholder 2">
            <a:extLst>
              <a:ext uri="{FF2B5EF4-FFF2-40B4-BE49-F238E27FC236}">
                <a16:creationId xmlns:a16="http://schemas.microsoft.com/office/drawing/2014/main" id="{5F524300-BFEC-CC1F-3FD9-79569C8AC521}"/>
              </a:ext>
            </a:extLst>
          </p:cNvPr>
          <p:cNvSpPr>
            <a:spLocks noGrp="1"/>
          </p:cNvSpPr>
          <p:nvPr>
            <p:ph idx="1"/>
          </p:nvPr>
        </p:nvSpPr>
        <p:spPr/>
        <p:txBody>
          <a:bodyPr/>
          <a:lstStyle/>
          <a:p>
            <a:pPr algn="just" rtl="0" fontAlgn="base">
              <a:spcAft>
                <a:spcPts val="750"/>
              </a:spcAft>
            </a:pPr>
            <a:r>
              <a:rPr lang="en-US" sz="2400" dirty="0">
                <a:latin typeface="Nunito" pitchFamily="2" charset="0"/>
              </a:rPr>
              <a:t>Simple Present </a:t>
            </a:r>
          </a:p>
          <a:p>
            <a:pPr algn="just" rtl="0" fontAlgn="base">
              <a:spcAft>
                <a:spcPts val="750"/>
              </a:spcAft>
            </a:pPr>
            <a:r>
              <a:rPr lang="en-US" sz="2400" b="0" i="0" dirty="0">
                <a:effectLst/>
                <a:latin typeface="Nunito" pitchFamily="2" charset="0"/>
              </a:rPr>
              <a:t>Present  continuous tense</a:t>
            </a:r>
          </a:p>
          <a:p>
            <a:pPr algn="just" rtl="0" fontAlgn="base">
              <a:spcAft>
                <a:spcPts val="750"/>
              </a:spcAft>
            </a:pPr>
            <a:r>
              <a:rPr lang="en-US" sz="2400" dirty="0">
                <a:latin typeface="Nunito" pitchFamily="2" charset="0"/>
              </a:rPr>
              <a:t>Present perfect tense</a:t>
            </a:r>
          </a:p>
          <a:p>
            <a:pPr algn="just" rtl="0" fontAlgn="base">
              <a:spcAft>
                <a:spcPts val="750"/>
              </a:spcAft>
            </a:pPr>
            <a:r>
              <a:rPr lang="en-US" sz="2400" b="0" i="0" dirty="0">
                <a:effectLst/>
                <a:latin typeface="Nunito" pitchFamily="2" charset="0"/>
              </a:rPr>
              <a:t>Present perfect continuous tense</a:t>
            </a:r>
          </a:p>
          <a:p>
            <a:endParaRPr lang="en-IN" dirty="0"/>
          </a:p>
        </p:txBody>
      </p:sp>
    </p:spTree>
    <p:extLst>
      <p:ext uri="{BB962C8B-B14F-4D97-AF65-F5344CB8AC3E}">
        <p14:creationId xmlns:p14="http://schemas.microsoft.com/office/powerpoint/2010/main" val="1632722671"/>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8D48FF2-2DF9-BE95-11F2-A482BE43D90D}"/>
              </a:ext>
            </a:extLst>
          </p:cNvPr>
          <p:cNvSpPr>
            <a:spLocks noGrp="1"/>
          </p:cNvSpPr>
          <p:nvPr>
            <p:ph type="title"/>
          </p:nvPr>
        </p:nvSpPr>
        <p:spPr/>
        <p:txBody>
          <a:bodyPr/>
          <a:lstStyle/>
          <a:p>
            <a:r>
              <a:rPr lang="en-US" dirty="0"/>
              <a:t>Past Tense </a:t>
            </a:r>
            <a:endParaRPr lang="en-IN" dirty="0"/>
          </a:p>
        </p:txBody>
      </p:sp>
      <p:sp>
        <p:nvSpPr>
          <p:cNvPr id="3" name="Content Placeholder 2">
            <a:extLst>
              <a:ext uri="{FF2B5EF4-FFF2-40B4-BE49-F238E27FC236}">
                <a16:creationId xmlns:a16="http://schemas.microsoft.com/office/drawing/2014/main" id="{5EB52FA3-ACB3-1584-C726-87EE1A52EC2E}"/>
              </a:ext>
            </a:extLst>
          </p:cNvPr>
          <p:cNvSpPr>
            <a:spLocks noGrp="1"/>
          </p:cNvSpPr>
          <p:nvPr>
            <p:ph idx="1"/>
          </p:nvPr>
        </p:nvSpPr>
        <p:spPr/>
        <p:txBody>
          <a:bodyPr/>
          <a:lstStyle/>
          <a:p>
            <a:r>
              <a:rPr lang="en-US" sz="2400" dirty="0"/>
              <a:t>Simple past tense </a:t>
            </a:r>
          </a:p>
          <a:p>
            <a:r>
              <a:rPr lang="en-US" sz="2400" dirty="0"/>
              <a:t>Past continuous tense </a:t>
            </a:r>
          </a:p>
          <a:p>
            <a:r>
              <a:rPr lang="en-US" sz="2400" dirty="0"/>
              <a:t>Past perfect tense</a:t>
            </a:r>
          </a:p>
          <a:p>
            <a:r>
              <a:rPr lang="en-US" sz="2400" dirty="0"/>
              <a:t>Past perfect continuous tense</a:t>
            </a:r>
          </a:p>
          <a:p>
            <a:pPr marL="0" indent="0">
              <a:buNone/>
            </a:pPr>
            <a:endParaRPr lang="en-IN" dirty="0"/>
          </a:p>
        </p:txBody>
      </p:sp>
    </p:spTree>
    <p:extLst>
      <p:ext uri="{BB962C8B-B14F-4D97-AF65-F5344CB8AC3E}">
        <p14:creationId xmlns:p14="http://schemas.microsoft.com/office/powerpoint/2010/main" val="3124747359"/>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797508A-81FB-6249-6B56-BD2A7243C41A}"/>
              </a:ext>
            </a:extLst>
          </p:cNvPr>
          <p:cNvSpPr>
            <a:spLocks noGrp="1"/>
          </p:cNvSpPr>
          <p:nvPr>
            <p:ph type="title"/>
          </p:nvPr>
        </p:nvSpPr>
        <p:spPr/>
        <p:txBody>
          <a:bodyPr/>
          <a:lstStyle/>
          <a:p>
            <a:r>
              <a:rPr lang="en-US" dirty="0"/>
              <a:t>Future Tense</a:t>
            </a:r>
            <a:endParaRPr lang="en-IN" dirty="0"/>
          </a:p>
        </p:txBody>
      </p:sp>
      <p:sp>
        <p:nvSpPr>
          <p:cNvPr id="3" name="Content Placeholder 2">
            <a:extLst>
              <a:ext uri="{FF2B5EF4-FFF2-40B4-BE49-F238E27FC236}">
                <a16:creationId xmlns:a16="http://schemas.microsoft.com/office/drawing/2014/main" id="{C2433E0E-4CA9-3946-ED0E-99639E490775}"/>
              </a:ext>
            </a:extLst>
          </p:cNvPr>
          <p:cNvSpPr>
            <a:spLocks noGrp="1"/>
          </p:cNvSpPr>
          <p:nvPr>
            <p:ph idx="1"/>
          </p:nvPr>
        </p:nvSpPr>
        <p:spPr/>
        <p:txBody>
          <a:bodyPr>
            <a:normAutofit/>
          </a:bodyPr>
          <a:lstStyle/>
          <a:p>
            <a:pPr marL="0" indent="0">
              <a:buNone/>
            </a:pPr>
            <a:r>
              <a:rPr lang="en-IN" sz="2400" b="1" i="0" dirty="0">
                <a:effectLst/>
                <a:latin typeface="Nunito" pitchFamily="2" charset="0"/>
              </a:rPr>
              <a:t>Simple Future Tense</a:t>
            </a:r>
          </a:p>
          <a:p>
            <a:pPr marL="0" indent="0">
              <a:buNone/>
            </a:pPr>
            <a:r>
              <a:rPr lang="en-IN" sz="2400" b="1" i="0" dirty="0">
                <a:effectLst/>
                <a:latin typeface="Nunito" pitchFamily="2" charset="0"/>
              </a:rPr>
              <a:t>Future Continuous Tense</a:t>
            </a:r>
            <a:endParaRPr lang="en-IN" sz="2400" b="1" dirty="0">
              <a:latin typeface="Nunito" pitchFamily="2" charset="0"/>
            </a:endParaRPr>
          </a:p>
          <a:p>
            <a:pPr marL="0" indent="0">
              <a:buNone/>
            </a:pPr>
            <a:r>
              <a:rPr lang="en-IN" sz="2400" b="1" i="0" dirty="0">
                <a:effectLst/>
                <a:latin typeface="Nunito" pitchFamily="2" charset="0"/>
              </a:rPr>
              <a:t>Future Perfect Tense</a:t>
            </a:r>
          </a:p>
          <a:p>
            <a:pPr marL="0" indent="0">
              <a:buNone/>
            </a:pPr>
            <a:r>
              <a:rPr lang="en-IN" sz="2400" b="1" i="0" dirty="0">
                <a:effectLst/>
                <a:latin typeface="Nunito" pitchFamily="2" charset="0"/>
              </a:rPr>
              <a:t>Future Perfect  </a:t>
            </a:r>
            <a:r>
              <a:rPr lang="en-IN" sz="2400" b="1" dirty="0">
                <a:latin typeface="Nunito" pitchFamily="2" charset="0"/>
              </a:rPr>
              <a:t>C</a:t>
            </a:r>
            <a:r>
              <a:rPr lang="en-IN" sz="2400" b="1" i="0" dirty="0">
                <a:effectLst/>
                <a:latin typeface="Nunito" pitchFamily="2" charset="0"/>
              </a:rPr>
              <a:t>ontinuous Tense</a:t>
            </a:r>
            <a:endParaRPr lang="en-IN" sz="2400" dirty="0"/>
          </a:p>
        </p:txBody>
      </p:sp>
    </p:spTree>
    <p:extLst>
      <p:ext uri="{BB962C8B-B14F-4D97-AF65-F5344CB8AC3E}">
        <p14:creationId xmlns:p14="http://schemas.microsoft.com/office/powerpoint/2010/main" val="2923454811"/>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2" descr="Tense Chart in English">
            <a:extLst>
              <a:ext uri="{FF2B5EF4-FFF2-40B4-BE49-F238E27FC236}">
                <a16:creationId xmlns:a16="http://schemas.microsoft.com/office/drawing/2014/main" id="{32A8C071-AE87-4470-9D1D-6181963B7B79}"/>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2211805" y="-240632"/>
            <a:ext cx="7768390" cy="6858000"/>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2910416084"/>
      </p:ext>
    </p:extLst>
  </p:cSld>
  <p:clrMapOvr>
    <a:masterClrMapping/>
  </p:clrMapOvr>
</p:sld>
</file>

<file path=ppt/theme/_rels/theme1.xml.rels><?xml version="1.0" encoding="UTF-8" standalone="yes"?>
<Relationships xmlns="http://schemas.openxmlformats.org/package/2006/relationships"><Relationship Id="rId1" Type="http://schemas.openxmlformats.org/officeDocument/2006/relationships/image" Target="../media/image1.jpeg"/></Relationships>
</file>

<file path=ppt/theme/theme1.xml><?xml version="1.0" encoding="utf-8"?>
<a:theme xmlns:a="http://schemas.openxmlformats.org/drawingml/2006/main" name="Ion">
  <a:themeElements>
    <a:clrScheme name="Ion">
      <a:dk1>
        <a:sysClr val="windowText" lastClr="000000"/>
      </a:dk1>
      <a:lt1>
        <a:sysClr val="window" lastClr="FFFFFF"/>
      </a:lt1>
      <a:dk2>
        <a:srgbClr val="1E5155"/>
      </a:dk2>
      <a:lt2>
        <a:srgbClr val="EBEBEB"/>
      </a:lt2>
      <a:accent1>
        <a:srgbClr val="B01513"/>
      </a:accent1>
      <a:accent2>
        <a:srgbClr val="EA6312"/>
      </a:accent2>
      <a:accent3>
        <a:srgbClr val="E6B729"/>
      </a:accent3>
      <a:accent4>
        <a:srgbClr val="6AAC90"/>
      </a:accent4>
      <a:accent5>
        <a:srgbClr val="54849A"/>
      </a:accent5>
      <a:accent6>
        <a:srgbClr val="9E5E9B"/>
      </a:accent6>
      <a:hlink>
        <a:srgbClr val="58C1BA"/>
      </a:hlink>
      <a:folHlink>
        <a:srgbClr val="9DFFCB"/>
      </a:folHlink>
    </a:clrScheme>
    <a:fontScheme name="Ion">
      <a:majorFont>
        <a:latin typeface="Century Gothic" panose="020B0502020202020204"/>
        <a:ea typeface=""/>
        <a:cs typeface=""/>
        <a:font script="Jpan" typeface="メイリオ"/>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entury Gothic" panose="020B0502020202020204"/>
        <a:ea typeface=""/>
        <a:cs typeface=""/>
        <a:font script="Jpan" typeface="メイリオ"/>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Ion">
      <a:fillStyleLst>
        <a:solidFill>
          <a:schemeClr val="phClr"/>
        </a:solidFill>
        <a:gradFill rotWithShape="1">
          <a:gsLst>
            <a:gs pos="0">
              <a:schemeClr val="phClr">
                <a:tint val="64000"/>
                <a:lumMod val="118000"/>
              </a:schemeClr>
            </a:gs>
            <a:gs pos="100000">
              <a:schemeClr val="phClr">
                <a:tint val="92000"/>
                <a:alpha val="100000"/>
                <a:lumMod val="110000"/>
              </a:schemeClr>
            </a:gs>
          </a:gsLst>
          <a:lin ang="5400000" scaled="0"/>
        </a:gradFill>
        <a:gradFill rotWithShape="1">
          <a:gsLst>
            <a:gs pos="0">
              <a:schemeClr val="phClr">
                <a:tint val="98000"/>
                <a:lumMod val="114000"/>
              </a:schemeClr>
            </a:gs>
            <a:gs pos="100000">
              <a:schemeClr val="phClr">
                <a:shade val="90000"/>
                <a:lumMod val="84000"/>
              </a:schemeClr>
            </a:gs>
          </a:gsLst>
          <a:lin ang="5400000" scaled="0"/>
        </a:gradFill>
      </a:fillStyleLst>
      <a:lnStyleLst>
        <a:ln w="9525" cap="rnd" cmpd="sng" algn="ctr">
          <a:solidFill>
            <a:schemeClr val="phClr"/>
          </a:solidFill>
          <a:prstDash val="solid"/>
        </a:ln>
        <a:ln w="19050" cap="rnd" cmpd="sng" algn="ctr">
          <a:solidFill>
            <a:schemeClr val="phClr"/>
          </a:solidFill>
          <a:prstDash val="solid"/>
        </a:ln>
        <a:ln w="28575" cap="rnd" cmpd="sng" algn="ctr">
          <a:solidFill>
            <a:schemeClr val="phClr"/>
          </a:solidFill>
          <a:prstDash val="solid"/>
        </a:ln>
      </a:lnStyleLst>
      <a:effectStyleLst>
        <a:effectStyle>
          <a:effectLst/>
        </a:effectStyle>
        <a:effectStyle>
          <a:effectLst>
            <a:outerShdw blurRad="38100" dist="25400" dir="5400000" rotWithShape="0">
              <a:srgbClr val="000000">
                <a:alpha val="45000"/>
              </a:srgbClr>
            </a:outerShdw>
          </a:effectLst>
        </a:effectStyle>
        <a:effectStyle>
          <a:effectLst>
            <a:outerShdw blurRad="63500" dist="38100" dir="5400000" rotWithShape="0">
              <a:srgbClr val="000000">
                <a:alpha val="60000"/>
              </a:srgbClr>
            </a:outerShdw>
          </a:effectLst>
          <a:scene3d>
            <a:camera prst="orthographicFront">
              <a:rot lat="0" lon="0" rev="0"/>
            </a:camera>
            <a:lightRig rig="threePt" dir="tl"/>
          </a:scene3d>
          <a:sp3d prstMaterial="plastic">
            <a:bevelT w="0" h="0"/>
          </a:sp3d>
        </a:effectStyle>
      </a:effectStyleLst>
      <a:bgFillStyleLst>
        <a:solidFill>
          <a:schemeClr val="phClr"/>
        </a:solidFill>
        <a:gradFill rotWithShape="1">
          <a:gsLst>
            <a:gs pos="0">
              <a:schemeClr val="phClr">
                <a:tint val="97000"/>
                <a:hueMod val="88000"/>
                <a:satMod val="130000"/>
                <a:lumMod val="124000"/>
              </a:schemeClr>
            </a:gs>
            <a:gs pos="100000">
              <a:schemeClr val="phClr">
                <a:tint val="96000"/>
                <a:shade val="88000"/>
                <a:hueMod val="108000"/>
                <a:satMod val="164000"/>
                <a:lumMod val="76000"/>
              </a:schemeClr>
            </a:gs>
          </a:gsLst>
          <a:path path="circle">
            <a:fillToRect l="45000" t="65000" r="125000" b="100000"/>
          </a:path>
        </a:gradFill>
        <a:blipFill rotWithShape="1">
          <a:blip xmlns:r="http://schemas.openxmlformats.org/officeDocument/2006/relationships" r:embed="rId1">
            <a:duotone>
              <a:schemeClr val="phClr">
                <a:shade val="69000"/>
                <a:hueMod val="108000"/>
                <a:satMod val="164000"/>
                <a:lumMod val="74000"/>
              </a:schemeClr>
              <a:schemeClr val="phClr">
                <a:tint val="96000"/>
                <a:hueMod val="88000"/>
                <a:satMod val="140000"/>
                <a:lumMod val="132000"/>
              </a:schemeClr>
            </a:duotone>
          </a:blip>
          <a:stretch/>
        </a:blipFill>
      </a:bgFillStyleLst>
    </a:fmtScheme>
  </a:themeElements>
  <a:objectDefaults/>
  <a:extraClrSchemeLst/>
  <a:extLst>
    <a:ext uri="{05A4C25C-085E-4340-85A3-A5531E510DB2}">
      <thm15:themeFamily xmlns:thm15="http://schemas.microsoft.com/office/thememl/2012/main" name="Ion" id="{B8441ADB-2E43-4AF7-B97A-BD870242C6A8}" vid="{292E63A9-BB86-4E3D-B92A-7223C6510D2E}"/>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emplate>Ion</Template>
  <TotalTime>2024</TotalTime>
  <Words>196</Words>
  <Application>Microsoft Office PowerPoint</Application>
  <PresentationFormat>Widescreen</PresentationFormat>
  <Paragraphs>35</Paragraphs>
  <Slides>9</Slides>
  <Notes>1</Notes>
  <HiddenSlides>0</HiddenSlides>
  <MMClips>0</MMClips>
  <ScaleCrop>false</ScaleCrop>
  <HeadingPairs>
    <vt:vector size="6" baseType="variant">
      <vt:variant>
        <vt:lpstr>Fonts Used</vt:lpstr>
      </vt:variant>
      <vt:variant>
        <vt:i4>4</vt:i4>
      </vt:variant>
      <vt:variant>
        <vt:lpstr>Theme</vt:lpstr>
      </vt:variant>
      <vt:variant>
        <vt:i4>1</vt:i4>
      </vt:variant>
      <vt:variant>
        <vt:lpstr>Slide Titles</vt:lpstr>
      </vt:variant>
      <vt:variant>
        <vt:i4>9</vt:i4>
      </vt:variant>
    </vt:vector>
  </HeadingPairs>
  <TitlesOfParts>
    <vt:vector size="14" baseType="lpstr">
      <vt:lpstr>Calibri</vt:lpstr>
      <vt:lpstr>Century Gothic</vt:lpstr>
      <vt:lpstr>Nunito</vt:lpstr>
      <vt:lpstr>Wingdings 3</vt:lpstr>
      <vt:lpstr>Ion</vt:lpstr>
      <vt:lpstr>Tenses </vt:lpstr>
      <vt:lpstr>Read the following sentences</vt:lpstr>
      <vt:lpstr>PowerPoint Presentation</vt:lpstr>
      <vt:lpstr>Types of Tenses </vt:lpstr>
      <vt:lpstr>PowerPoint Presentation</vt:lpstr>
      <vt:lpstr>Present tense</vt:lpstr>
      <vt:lpstr>Past Tense </vt:lpstr>
      <vt:lpstr>Future Tense</vt:lpstr>
      <vt:lpstr>PowerPoint Presentation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R23PCS07 Goverdhan Vishwanath</dc:creator>
  <cp:lastModifiedBy>R23PCS07 Goverdhan Vishwanath</cp:lastModifiedBy>
  <cp:revision>3</cp:revision>
  <dcterms:created xsi:type="dcterms:W3CDTF">2024-12-06T06:45:36Z</dcterms:created>
  <dcterms:modified xsi:type="dcterms:W3CDTF">2024-12-07T16:30:37Z</dcterms:modified>
</cp:coreProperties>
</file>