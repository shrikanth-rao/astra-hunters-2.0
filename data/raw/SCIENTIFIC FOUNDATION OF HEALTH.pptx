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393cf03a54a2ebf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393cf03a54a2ebf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393cf03a54a2ebf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393cf03a54a2ebf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393cf03a54a2ebf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393cf03a54a2ebf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393cf03a54a2ebf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7393cf03a54a2ebf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7393cf03a54a2ebf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7393cf03a54a2ebf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7393cf03a54a2ebf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7393cf03a54a2ebf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393cf03a54a2ebf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393cf03a54a2ebf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7393cf03a54a2ebf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7393cf03a54a2ebf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393cf03a54a2ebf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393cf03a54a2ebf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7393cf03a54a2ebf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7393cf03a54a2ebf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7393cf03a54a2ebf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7393cf03a54a2ebf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393cf03a54a2ebf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7393cf03a54a2ebf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393cf03a54a2ebf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393cf03a54a2ebf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393cf03a54a2ebf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393cf03a54a2ebf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7393cf03a54a2ebf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7393cf03a54a2ebf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7393cf03a54a2ebf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7393cf03a54a2ebf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393cf03a54a2ebf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393cf03a54a2ebf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393cf03a54a2ebf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393cf03a54a2ebf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7393cf03a54a2ebf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7393cf03a54a2ebf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393cf03a54a2ebf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393cf03a54a2ebf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393cf03a54a2ebf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393cf03a54a2ebf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7393cf03a54a2ebf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7393cf03a54a2ebf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417391"/>
            <a:ext cx="8520600" cy="841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2"/>
                </a:highlight>
              </a:rPr>
              <a:t>SCIENTIFIC FOUNDATION OF HEALTH </a:t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-1" y="2339860"/>
            <a:ext cx="9144000" cy="4638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AVOIDING RISKS AND HARMFUL HABITS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870397" y="2884300"/>
            <a:ext cx="24615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DONE BY :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SHRIKANT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SAURABH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SANATH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SAYII GAGAN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AQEELUDDIN 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12" y="582088"/>
            <a:ext cx="7074376" cy="39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154" y="583475"/>
            <a:ext cx="7279700" cy="39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038" y="581788"/>
            <a:ext cx="7285924" cy="39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56400"/>
            <a:ext cx="8991600" cy="5030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" y="-12"/>
            <a:ext cx="9144001" cy="50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14250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9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93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0212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609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540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34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type="title"/>
          </p:nvPr>
        </p:nvSpPr>
        <p:spPr>
          <a:xfrm>
            <a:off x="311700" y="1590008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Thank you!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